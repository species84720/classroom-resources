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d1805e96d7348bc" /><Relationship Type="http://schemas.openxmlformats.org/officeDocument/2006/relationships/extended-properties" Target="/docProps/app.xml" Id="Rdd172ac573a54d4d" /><Relationship Type="http://schemas.openxmlformats.org/officeDocument/2006/relationships/officeDocument" Target="/ppt/presentation.xml" Id="Rddaa314fd14f45cd" /></Relationships>
</file>

<file path=ppt/presentation.xml><?xml version="1.0" encoding="utf-8"?>
<p:presentation xmlns:p="http://schemas.openxmlformats.org/presentationml/2006/main">
  <p:sldMasterIdLst>
    <p:sldMasterId xmlns:r="http://schemas.openxmlformats.org/officeDocument/2006/relationships" id="2147483648" r:id="R5fc10f9beed94c20"/>
  </p:sldMasterIdLst>
  <p:notesMasterIdLst>
    <p:notesMasterId xmlns:r="http://schemas.openxmlformats.org/officeDocument/2006/relationships" r:id="Rc366b8b7bc7c4525"/>
  </p:notesMasterIdLst>
  <p:sldIdLst>
    <p:sldId xmlns:r="http://schemas.openxmlformats.org/officeDocument/2006/relationships" id="256" r:id="Re97288bca3364cd0"/>
    <p:sldId xmlns:r="http://schemas.openxmlformats.org/officeDocument/2006/relationships" id="257" r:id="R9f87bdbefd494e9c"/>
    <p:sldId xmlns:r="http://schemas.openxmlformats.org/officeDocument/2006/relationships" id="258" r:id="R46869a1aff9e4eab"/>
    <p:sldId xmlns:r="http://schemas.openxmlformats.org/officeDocument/2006/relationships" id="259" r:id="R050d57f6c87944f9"/>
    <p:sldId xmlns:r="http://schemas.openxmlformats.org/officeDocument/2006/relationships" id="260" r:id="Ra97ecf0c13784231"/>
    <p:sldId xmlns:r="http://schemas.openxmlformats.org/officeDocument/2006/relationships" id="261" r:id="R488ecf6699304740"/>
    <p:sldId xmlns:r="http://schemas.openxmlformats.org/officeDocument/2006/relationships" id="262" r:id="Rc11f36665347486e"/>
    <p:sldId xmlns:r="http://schemas.openxmlformats.org/officeDocument/2006/relationships" id="263" r:id="Rcb0f332dd87a4559"/>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88eaddb6b6c4244" /><Relationship Type="http://schemas.openxmlformats.org/officeDocument/2006/relationships/slideMaster" Target="/ppt/slideMasters/slideMaster1.xml" Id="R5fc10f9beed94c20" /><Relationship Type="http://schemas.openxmlformats.org/officeDocument/2006/relationships/notesMaster" Target="/ppt/notesMasters/notesMaster1.xml" Id="Rc366b8b7bc7c4525" /><Relationship Type="http://schemas.openxmlformats.org/officeDocument/2006/relationships/presProps" Target="/ppt/presProps.xml" Id="Rfe3fdbea06344a61" /><Relationship Type="http://schemas.openxmlformats.org/officeDocument/2006/relationships/tableStyles" Target="/ppt/tableStyles.xml" Id="Rc8e8f9a7c0844a1f" /><Relationship Type="http://schemas.openxmlformats.org/officeDocument/2006/relationships/slide" Target="/ppt/slides/slide1.xml" Id="Re97288bca3364cd0" /><Relationship Type="http://schemas.openxmlformats.org/officeDocument/2006/relationships/slide" Target="/ppt/slides/slide2.xml" Id="R9f87bdbefd494e9c" /><Relationship Type="http://schemas.openxmlformats.org/officeDocument/2006/relationships/slide" Target="/ppt/slides/slide3.xml" Id="R46869a1aff9e4eab" /><Relationship Type="http://schemas.openxmlformats.org/officeDocument/2006/relationships/slide" Target="/ppt/slides/slide4.xml" Id="R050d57f6c87944f9" /><Relationship Type="http://schemas.openxmlformats.org/officeDocument/2006/relationships/slide" Target="/ppt/slides/slide5.xml" Id="Ra97ecf0c13784231" /><Relationship Type="http://schemas.openxmlformats.org/officeDocument/2006/relationships/slide" Target="/ppt/slides/slide6.xml" Id="R488ecf6699304740" /><Relationship Type="http://schemas.openxmlformats.org/officeDocument/2006/relationships/slide" Target="/ppt/slides/slide7.xml" Id="Rc11f36665347486e" /><Relationship Type="http://schemas.openxmlformats.org/officeDocument/2006/relationships/slide" Target="/ppt/slides/slide8.xml" Id="Rcb0f332dd87a455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f06dc51b7fb40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f7b54797dff4dc5" /><Relationship Type="http://schemas.openxmlformats.org/officeDocument/2006/relationships/notesMaster" Target="/ppt/notesMasters/notesMaster1.xml" Id="R8f35902a1a0941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67b8a51b4cec4e58" /><Relationship Type="http://schemas.openxmlformats.org/officeDocument/2006/relationships/notesMaster" Target="/ppt/notesMasters/notesMaster1.xml" Id="R9eeaf71cbb344360" /></Relationships>
</file>

<file path=ppt/notesSlides/_rels/notesSlide3.xml.rels>&#65279;<?xml version="1.0" encoding="utf-8"?><Relationships xmlns="http://schemas.openxmlformats.org/package/2006/relationships"><Relationship Type="http://schemas.openxmlformats.org/officeDocument/2006/relationships/slide" Target="/ppt/slides/slide3.xml" Id="Re07ec73525174d97" /><Relationship Type="http://schemas.openxmlformats.org/officeDocument/2006/relationships/notesMaster" Target="/ppt/notesMasters/notesMaster1.xml" Id="R3b7514c7f6be41a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ee7cd0050df4b27" /><Relationship Type="http://schemas.openxmlformats.org/officeDocument/2006/relationships/notesMaster" Target="/ppt/notesMasters/notesMaster1.xml" Id="R81cae42ebc5d496a" /></Relationships>
</file>

<file path=ppt/notesSlides/_rels/notesSlide5.xml.rels>&#65279;<?xml version="1.0" encoding="utf-8"?><Relationships xmlns="http://schemas.openxmlformats.org/package/2006/relationships"><Relationship Type="http://schemas.openxmlformats.org/officeDocument/2006/relationships/slide" Target="/ppt/slides/slide5.xml" Id="Rfdbe6240a04e4766" /><Relationship Type="http://schemas.openxmlformats.org/officeDocument/2006/relationships/notesMaster" Target="/ppt/notesMasters/notesMaster1.xml" Id="R3e1faaca7f044f43" /></Relationships>
</file>

<file path=ppt/notesSlides/_rels/notesSlide6.xml.rels>&#65279;<?xml version="1.0" encoding="utf-8"?><Relationships xmlns="http://schemas.openxmlformats.org/package/2006/relationships"><Relationship Type="http://schemas.openxmlformats.org/officeDocument/2006/relationships/slide" Target="/ppt/slides/slide6.xml" Id="R9ca5a276f78c4907" /><Relationship Type="http://schemas.openxmlformats.org/officeDocument/2006/relationships/notesMaster" Target="/ppt/notesMasters/notesMaster1.xml" Id="R96a5eb5174184469" /></Relationships>
</file>

<file path=ppt/notesSlides/_rels/notesSlide7.xml.rels>&#65279;<?xml version="1.0" encoding="utf-8"?><Relationships xmlns="http://schemas.openxmlformats.org/package/2006/relationships"><Relationship Type="http://schemas.openxmlformats.org/officeDocument/2006/relationships/slide" Target="/ppt/slides/slide7.xml" Id="R5c4089bc973d4886" /><Relationship Type="http://schemas.openxmlformats.org/officeDocument/2006/relationships/notesMaster" Target="/ppt/notesMasters/notesMaster1.xml" Id="R908e3a610a424b17" /></Relationships>
</file>

<file path=ppt/notesSlides/_rels/notesSlide8.xml.rels>&#65279;<?xml version="1.0" encoding="utf-8"?><Relationships xmlns="http://schemas.openxmlformats.org/package/2006/relationships"><Relationship Type="http://schemas.openxmlformats.org/officeDocument/2006/relationships/slide" Target="/ppt/slides/slide8.xml" Id="R0e236c47c6d141be" /><Relationship Type="http://schemas.openxmlformats.org/officeDocument/2006/relationships/notesMaster" Target="/ppt/notesMasters/notesMaster1.xml" Id="Ra4b9513f9e0842d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Learning intention: find one more and one less than numbers from 0 to 20, using objects and neighbouring numbers. Ask pupils to show one finger. Each change will be exactly one. The cover is a story illustration; use the separate accurate counting models on later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 the five balloons together. Ask pupils to predict the total before counting all six. Point to the separate balloon: exactly one has been added. Click once for 5 + 1 = 6. Say: One more than five is six.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 six first. The final cupcake is crossed out to show it has been eaten; count the five that remain. Click for 6 − 1 = 5. Say: One less than six is five. The crossed cupcake remains visible to show the starting quantity.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seven, eight, nine. Ask pupils to find one less than eight and one more than eight. Count back one for less and forward one for more. Click to reveal both labels. Practise orally with 4, then 12. Support with fingers or counters.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nine candles in a row and the separate extra candle. Count on from nine: ten. Click to reveal 9 + 1 = 10. Make explicit that the next number after nine is ten. Do not restart the count unless pupils need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 the two rows of five presents. The crossed final present has been given away. Ask pupils to count back one from ten. Click to reveal 10 − 1 = 9. Explain that one less than ten is nine.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check. Read each question aloud. Give thinking time before the click reveals. Answers: 13 balloons, 17 cupcakes, 0 party bags. For one less than one, physically remove the last counter and name zero. Support with counters to 20. Extend: ask pupils to explain without recounting.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children to complete the final two statements and explain the direction of the count. Click for answers 20 and 19. Revisit any children who count in the wrong direction. Finish by asking a partner for one more or one less than a number of their choice from 1 to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e947643fb9498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24c582755c4496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3f19328b9ca427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cc7aa3c65224ae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324d1cac6374b4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19ce2a7732940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CC62AB3-8F59-4981-9F2A-4550D3021817}"/>
              </a:ext>
            </a:extLst>
          </p:cNvPr>
          <p:cNvSpPr>
            <a:spLocks xmlns:a="http://schemas.openxmlformats.org/drawingml/2006/main" noGrp="1"/>
          </p:cNvSpPr>
          <p:nvPr>
            <p:ph type="title" idx="0"/>
          </p:nvPr>
        </p:nvSpPr>
        <p:spPr>
          <a:xfrm xmlns:a="http://schemas.openxmlformats.org/drawingml/2006/main">
            <a:off x="914400" y="1943100"/>
            <a:ext cx="7315200" cy="7429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600" b="1">
                <a:solidFill>
                  <a:schemeClr val="tx1"/>
                </a:solidFill>
                <a:latin typeface="+mj-lt"/>
                <a:ea typeface="+mj-lt"/>
                <a:cs typeface="+mj-lt"/>
              </a:defRPr>
            </a:defPPr>
            <a:lvl1pPr marL="0" indent="0" algn="ctr">
              <a:lnSpc>
                <a:spcPct val="110000"/>
              </a:lnSpc>
              <a:spcBef>
                <a:spcPts val="0"/>
              </a:spcBef>
              <a:spcAft>
                <a:spcPts val="0"/>
              </a:spcAft>
              <a:buNone/>
              <a:defRPr sz="3600" b="1">
                <a:solidFill>
                  <a:schemeClr val="tx1"/>
                </a:solidFill>
                <a:latin typeface="+mj-lt"/>
                <a:ea typeface="+mj-lt"/>
                <a:cs typeface="+mj-lt"/>
              </a:defRPr>
            </a:lvl1pPr>
            <a:lvl2pPr marL="0" indent="0" algn="ctr">
              <a:lnSpc>
                <a:spcPct val="110000"/>
              </a:lnSpc>
              <a:spcBef>
                <a:spcPts val="0"/>
              </a:spcBef>
              <a:spcAft>
                <a:spcPts val="0"/>
              </a:spcAft>
              <a:buNone/>
              <a:defRPr sz="3600" b="1">
                <a:solidFill>
                  <a:schemeClr val="tx1"/>
                </a:solidFill>
                <a:latin typeface="+mj-lt"/>
                <a:ea typeface="+mj-lt"/>
                <a:cs typeface="+mj-lt"/>
              </a:defRPr>
            </a:lvl2pPr>
            <a:lvl3pPr marL="0" indent="0" algn="ctr">
              <a:lnSpc>
                <a:spcPct val="110000"/>
              </a:lnSpc>
              <a:spcBef>
                <a:spcPts val="0"/>
              </a:spcBef>
              <a:spcAft>
                <a:spcPts val="0"/>
              </a:spcAft>
              <a:buNone/>
              <a:defRPr sz="3600" b="1">
                <a:solidFill>
                  <a:schemeClr val="tx1"/>
                </a:solidFill>
                <a:latin typeface="+mj-lt"/>
                <a:ea typeface="+mj-lt"/>
                <a:cs typeface="+mj-lt"/>
              </a:defRPr>
            </a:lvl3pPr>
            <a:lvl4pPr marL="0" indent="0" algn="ctr">
              <a:lnSpc>
                <a:spcPct val="110000"/>
              </a:lnSpc>
              <a:spcBef>
                <a:spcPts val="0"/>
              </a:spcBef>
              <a:spcAft>
                <a:spcPts val="0"/>
              </a:spcAft>
              <a:buNone/>
              <a:defRPr sz="3600" b="1">
                <a:solidFill>
                  <a:schemeClr val="tx1"/>
                </a:solidFill>
                <a:latin typeface="+mj-lt"/>
                <a:ea typeface="+mj-lt"/>
                <a:cs typeface="+mj-lt"/>
              </a:defRPr>
            </a:lvl4pPr>
            <a:lvl5pPr marL="0" indent="0" algn="ctr">
              <a:lnSpc>
                <a:spcPct val="110000"/>
              </a:lnSpc>
              <a:spcBef>
                <a:spcPts val="0"/>
              </a:spcBef>
              <a:spcAft>
                <a:spcPts val="0"/>
              </a:spcAft>
              <a:buNone/>
              <a:defRPr sz="3600" b="1">
                <a:solidFill>
                  <a:schemeClr val="tx1"/>
                </a:solidFill>
                <a:latin typeface="+mj-lt"/>
                <a:ea typeface="+mj-lt"/>
                <a:cs typeface="+mj-lt"/>
              </a:defRPr>
            </a:lvl5pPr>
            <a:lvl6pPr marL="0" indent="0" algn="ctr">
              <a:lnSpc>
                <a:spcPct val="110000"/>
              </a:lnSpc>
              <a:spcBef>
                <a:spcPts val="0"/>
              </a:spcBef>
              <a:spcAft>
                <a:spcPts val="0"/>
              </a:spcAft>
              <a:buNone/>
              <a:defRPr sz="3600" b="1">
                <a:solidFill>
                  <a:schemeClr val="tx1"/>
                </a:solidFill>
                <a:latin typeface="+mj-lt"/>
                <a:ea typeface="+mj-lt"/>
                <a:cs typeface="+mj-lt"/>
              </a:defRPr>
            </a:lvl6pPr>
            <a:lvl7pPr marL="0" indent="0" algn="ctr">
              <a:lnSpc>
                <a:spcPct val="110000"/>
              </a:lnSpc>
              <a:spcBef>
                <a:spcPts val="0"/>
              </a:spcBef>
              <a:spcAft>
                <a:spcPts val="0"/>
              </a:spcAft>
              <a:buNone/>
              <a:defRPr sz="3600" b="1">
                <a:solidFill>
                  <a:schemeClr val="tx1"/>
                </a:solidFill>
                <a:latin typeface="+mj-lt"/>
                <a:ea typeface="+mj-lt"/>
                <a:cs typeface="+mj-lt"/>
              </a:defRPr>
            </a:lvl7pPr>
            <a:lvl8pPr marL="0" indent="0" algn="ctr">
              <a:lnSpc>
                <a:spcPct val="110000"/>
              </a:lnSpc>
              <a:spcBef>
                <a:spcPts val="0"/>
              </a:spcBef>
              <a:spcAft>
                <a:spcPts val="0"/>
              </a:spcAft>
              <a:buNone/>
              <a:defRPr sz="3600" b="1">
                <a:solidFill>
                  <a:schemeClr val="tx1"/>
                </a:solidFill>
                <a:latin typeface="+mj-lt"/>
                <a:ea typeface="+mj-lt"/>
                <a:cs typeface="+mj-lt"/>
              </a:defRPr>
            </a:lvl8pPr>
            <a:lvl9pPr marL="0" indent="0" algn="ctr">
              <a:lnSpc>
                <a:spcPct val="110000"/>
              </a:lnSpc>
              <a:spcBef>
                <a:spcPts val="0"/>
              </a:spcBef>
              <a:spcAft>
                <a:spcPts val="0"/>
              </a:spcAft>
              <a:buNone/>
              <a:defRPr sz="36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457F2BC-8835-4D40-9A3E-F32115D4D3A4}"/>
              </a:ext>
            </a:extLst>
          </p:cNvPr>
          <p:cNvSpPr>
            <a:spLocks xmlns:a="http://schemas.openxmlformats.org/drawingml/2006/main" noGrp="1"/>
          </p:cNvSpPr>
          <p:nvPr>
            <p:ph type="subTitle" idx="1"/>
          </p:nvPr>
        </p:nvSpPr>
        <p:spPr>
          <a:xfrm xmlns:a="http://schemas.openxmlformats.org/drawingml/2006/main">
            <a:off x="1371600" y="2828925"/>
            <a:ext cx="6400800" cy="571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575" b="0">
                <a:solidFill>
                  <a:schemeClr val="tx1"/>
                </a:solidFill>
                <a:latin typeface="+mn-lt"/>
                <a:ea typeface="+mn-lt"/>
                <a:cs typeface="+mn-lt"/>
              </a:defRPr>
            </a:defPPr>
            <a:lvl1pPr marL="0" indent="0" algn="ctr">
              <a:lnSpc>
                <a:spcPct val="110000"/>
              </a:lnSpc>
              <a:spcBef>
                <a:spcPts val="0"/>
              </a:spcBef>
              <a:spcAft>
                <a:spcPts val="0"/>
              </a:spcAft>
              <a:buNone/>
              <a:defRPr sz="1575" b="0">
                <a:solidFill>
                  <a:schemeClr val="tx1"/>
                </a:solidFill>
                <a:latin typeface="+mn-lt"/>
                <a:ea typeface="+mn-lt"/>
                <a:cs typeface="+mn-lt"/>
              </a:defRPr>
            </a:lvl1pPr>
            <a:lvl2pPr marL="0" indent="0" algn="ctr">
              <a:lnSpc>
                <a:spcPct val="110000"/>
              </a:lnSpc>
              <a:spcBef>
                <a:spcPts val="0"/>
              </a:spcBef>
              <a:spcAft>
                <a:spcPts val="0"/>
              </a:spcAft>
              <a:buNone/>
              <a:defRPr sz="1575" b="0">
                <a:solidFill>
                  <a:schemeClr val="tx1"/>
                </a:solidFill>
                <a:latin typeface="+mn-lt"/>
                <a:ea typeface="+mn-lt"/>
                <a:cs typeface="+mn-lt"/>
              </a:defRPr>
            </a:lvl2pPr>
            <a:lvl3pPr marL="0" indent="0" algn="ctr">
              <a:lnSpc>
                <a:spcPct val="110000"/>
              </a:lnSpc>
              <a:spcBef>
                <a:spcPts val="0"/>
              </a:spcBef>
              <a:spcAft>
                <a:spcPts val="0"/>
              </a:spcAft>
              <a:buNone/>
              <a:defRPr sz="1575" b="0">
                <a:solidFill>
                  <a:schemeClr val="tx1"/>
                </a:solidFill>
                <a:latin typeface="+mn-lt"/>
                <a:ea typeface="+mn-lt"/>
                <a:cs typeface="+mn-lt"/>
              </a:defRPr>
            </a:lvl3pPr>
            <a:lvl4pPr marL="0" indent="0" algn="ctr">
              <a:lnSpc>
                <a:spcPct val="110000"/>
              </a:lnSpc>
              <a:spcBef>
                <a:spcPts val="0"/>
              </a:spcBef>
              <a:spcAft>
                <a:spcPts val="0"/>
              </a:spcAft>
              <a:buNone/>
              <a:defRPr sz="1575" b="0">
                <a:solidFill>
                  <a:schemeClr val="tx1"/>
                </a:solidFill>
                <a:latin typeface="+mn-lt"/>
                <a:ea typeface="+mn-lt"/>
                <a:cs typeface="+mn-lt"/>
              </a:defRPr>
            </a:lvl4pPr>
            <a:lvl5pPr marL="0" indent="0" algn="ctr">
              <a:lnSpc>
                <a:spcPct val="110000"/>
              </a:lnSpc>
              <a:spcBef>
                <a:spcPts val="0"/>
              </a:spcBef>
              <a:spcAft>
                <a:spcPts val="0"/>
              </a:spcAft>
              <a:buNone/>
              <a:defRPr sz="1575" b="0">
                <a:solidFill>
                  <a:schemeClr val="tx1"/>
                </a:solidFill>
                <a:latin typeface="+mn-lt"/>
                <a:ea typeface="+mn-lt"/>
                <a:cs typeface="+mn-lt"/>
              </a:defRPr>
            </a:lvl5pPr>
            <a:lvl6pPr marL="0" indent="0" algn="ctr">
              <a:lnSpc>
                <a:spcPct val="110000"/>
              </a:lnSpc>
              <a:spcBef>
                <a:spcPts val="0"/>
              </a:spcBef>
              <a:spcAft>
                <a:spcPts val="0"/>
              </a:spcAft>
              <a:buNone/>
              <a:defRPr sz="1575" b="0">
                <a:solidFill>
                  <a:schemeClr val="tx1"/>
                </a:solidFill>
                <a:latin typeface="+mn-lt"/>
                <a:ea typeface="+mn-lt"/>
                <a:cs typeface="+mn-lt"/>
              </a:defRPr>
            </a:lvl6pPr>
            <a:lvl7pPr marL="0" indent="0" algn="ctr">
              <a:lnSpc>
                <a:spcPct val="110000"/>
              </a:lnSpc>
              <a:spcBef>
                <a:spcPts val="0"/>
              </a:spcBef>
              <a:spcAft>
                <a:spcPts val="0"/>
              </a:spcAft>
              <a:buNone/>
              <a:defRPr sz="1575" b="0">
                <a:solidFill>
                  <a:schemeClr val="tx1"/>
                </a:solidFill>
                <a:latin typeface="+mn-lt"/>
                <a:ea typeface="+mn-lt"/>
                <a:cs typeface="+mn-lt"/>
              </a:defRPr>
            </a:lvl7pPr>
            <a:lvl8pPr marL="0" indent="0" algn="ctr">
              <a:lnSpc>
                <a:spcPct val="110000"/>
              </a:lnSpc>
              <a:spcBef>
                <a:spcPts val="0"/>
              </a:spcBef>
              <a:spcAft>
                <a:spcPts val="0"/>
              </a:spcAft>
              <a:buNone/>
              <a:defRPr sz="1575" b="0">
                <a:solidFill>
                  <a:schemeClr val="tx1"/>
                </a:solidFill>
                <a:latin typeface="+mn-lt"/>
                <a:ea typeface="+mn-lt"/>
                <a:cs typeface="+mn-lt"/>
              </a:defRPr>
            </a:lvl8pPr>
            <a:lvl9pPr marL="0" indent="0" algn="ctr">
              <a:lnSpc>
                <a:spcPct val="110000"/>
              </a:lnSpc>
              <a:spcBef>
                <a:spcPts val="0"/>
              </a:spcBef>
              <a:spcAft>
                <a:spcPts val="0"/>
              </a:spcAft>
              <a:buNone/>
              <a:defRPr sz="157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D18CDE4-0EA8-431C-AE1D-9BA63712AE86}"/>
              </a:ext>
            </a:extLst>
          </p:cNvPr>
          <p:cNvSpPr>
            <a:spLocks xmlns:a="http://schemas.openxmlformats.org/drawingml/2006/main" noGrp="1"/>
          </p:cNvSpPr>
          <p:nvPr>
            <p:ph type="title" idx="0"/>
          </p:nvPr>
        </p:nvSpPr>
        <p:spPr>
          <a:xfrm xmlns:a="http://schemas.openxmlformats.org/drawingml/2006/main">
            <a:off x="914400" y="2143125"/>
            <a:ext cx="7315200" cy="857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1">
                <a:solidFill>
                  <a:schemeClr val="tx1"/>
                </a:solidFill>
                <a:latin typeface="+mj-lt"/>
                <a:ea typeface="+mj-lt"/>
                <a:cs typeface="+mj-lt"/>
              </a:defRPr>
            </a:defPPr>
            <a:lvl1pPr marL="0" indent="0" algn="ctr">
              <a:lnSpc>
                <a:spcPct val="110000"/>
              </a:lnSpc>
              <a:spcBef>
                <a:spcPts val="0"/>
              </a:spcBef>
              <a:spcAft>
                <a:spcPts val="0"/>
              </a:spcAft>
              <a:buNone/>
              <a:defRPr sz="3150" b="1">
                <a:solidFill>
                  <a:schemeClr val="tx1"/>
                </a:solidFill>
                <a:latin typeface="+mj-lt"/>
                <a:ea typeface="+mj-lt"/>
                <a:cs typeface="+mj-lt"/>
              </a:defRPr>
            </a:lvl1pPr>
            <a:lvl2pPr marL="0" indent="0" algn="ctr">
              <a:lnSpc>
                <a:spcPct val="110000"/>
              </a:lnSpc>
              <a:spcBef>
                <a:spcPts val="0"/>
              </a:spcBef>
              <a:spcAft>
                <a:spcPts val="0"/>
              </a:spcAft>
              <a:buNone/>
              <a:defRPr sz="3150" b="1">
                <a:solidFill>
                  <a:schemeClr val="tx1"/>
                </a:solidFill>
                <a:latin typeface="+mj-lt"/>
                <a:ea typeface="+mj-lt"/>
                <a:cs typeface="+mj-lt"/>
              </a:defRPr>
            </a:lvl2pPr>
            <a:lvl3pPr marL="0" indent="0" algn="ctr">
              <a:lnSpc>
                <a:spcPct val="110000"/>
              </a:lnSpc>
              <a:spcBef>
                <a:spcPts val="0"/>
              </a:spcBef>
              <a:spcAft>
                <a:spcPts val="0"/>
              </a:spcAft>
              <a:buNone/>
              <a:defRPr sz="3150" b="1">
                <a:solidFill>
                  <a:schemeClr val="tx1"/>
                </a:solidFill>
                <a:latin typeface="+mj-lt"/>
                <a:ea typeface="+mj-lt"/>
                <a:cs typeface="+mj-lt"/>
              </a:defRPr>
            </a:lvl3pPr>
            <a:lvl4pPr marL="0" indent="0" algn="ctr">
              <a:lnSpc>
                <a:spcPct val="110000"/>
              </a:lnSpc>
              <a:spcBef>
                <a:spcPts val="0"/>
              </a:spcBef>
              <a:spcAft>
                <a:spcPts val="0"/>
              </a:spcAft>
              <a:buNone/>
              <a:defRPr sz="3150" b="1">
                <a:solidFill>
                  <a:schemeClr val="tx1"/>
                </a:solidFill>
                <a:latin typeface="+mj-lt"/>
                <a:ea typeface="+mj-lt"/>
                <a:cs typeface="+mj-lt"/>
              </a:defRPr>
            </a:lvl4pPr>
            <a:lvl5pPr marL="0" indent="0" algn="ctr">
              <a:lnSpc>
                <a:spcPct val="110000"/>
              </a:lnSpc>
              <a:spcBef>
                <a:spcPts val="0"/>
              </a:spcBef>
              <a:spcAft>
                <a:spcPts val="0"/>
              </a:spcAft>
              <a:buNone/>
              <a:defRPr sz="3150" b="1">
                <a:solidFill>
                  <a:schemeClr val="tx1"/>
                </a:solidFill>
                <a:latin typeface="+mj-lt"/>
                <a:ea typeface="+mj-lt"/>
                <a:cs typeface="+mj-lt"/>
              </a:defRPr>
            </a:lvl5pPr>
            <a:lvl6pPr marL="0" indent="0" algn="ctr">
              <a:lnSpc>
                <a:spcPct val="110000"/>
              </a:lnSpc>
              <a:spcBef>
                <a:spcPts val="0"/>
              </a:spcBef>
              <a:spcAft>
                <a:spcPts val="0"/>
              </a:spcAft>
              <a:buNone/>
              <a:defRPr sz="3150" b="1">
                <a:solidFill>
                  <a:schemeClr val="tx1"/>
                </a:solidFill>
                <a:latin typeface="+mj-lt"/>
                <a:ea typeface="+mj-lt"/>
                <a:cs typeface="+mj-lt"/>
              </a:defRPr>
            </a:lvl6pPr>
            <a:lvl7pPr marL="0" indent="0" algn="ctr">
              <a:lnSpc>
                <a:spcPct val="110000"/>
              </a:lnSpc>
              <a:spcBef>
                <a:spcPts val="0"/>
              </a:spcBef>
              <a:spcAft>
                <a:spcPts val="0"/>
              </a:spcAft>
              <a:buNone/>
              <a:defRPr sz="3150" b="1">
                <a:solidFill>
                  <a:schemeClr val="tx1"/>
                </a:solidFill>
                <a:latin typeface="+mj-lt"/>
                <a:ea typeface="+mj-lt"/>
                <a:cs typeface="+mj-lt"/>
              </a:defRPr>
            </a:lvl7pPr>
            <a:lvl8pPr marL="0" indent="0" algn="ctr">
              <a:lnSpc>
                <a:spcPct val="110000"/>
              </a:lnSpc>
              <a:spcBef>
                <a:spcPts val="0"/>
              </a:spcBef>
              <a:spcAft>
                <a:spcPts val="0"/>
              </a:spcAft>
              <a:buNone/>
              <a:defRPr sz="3150" b="1">
                <a:solidFill>
                  <a:schemeClr val="tx1"/>
                </a:solidFill>
                <a:latin typeface="+mj-lt"/>
                <a:ea typeface="+mj-lt"/>
                <a:cs typeface="+mj-lt"/>
              </a:defRPr>
            </a:lvl8pPr>
            <a:lvl9pPr marL="0" indent="0" algn="ctr">
              <a:lnSpc>
                <a:spcPct val="110000"/>
              </a:lnSpc>
              <a:spcBef>
                <a:spcPts val="0"/>
              </a:spcBef>
              <a:spcAft>
                <a:spcPts val="0"/>
              </a:spcAft>
              <a:buNone/>
              <a:defRPr sz="31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7FBB77-1086-4076-8E95-6E7531257FF7}"/>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gn="l">
              <a:lnSpc>
                <a:spcPct val="110000"/>
              </a:lnSpc>
              <a:spcBef>
                <a:spcPts val="0"/>
              </a:spcBef>
              <a:spcAft>
                <a:spcPts val="0"/>
              </a:spcAft>
              <a:buNone/>
              <a:defRPr sz="2475" b="1">
                <a:solidFill>
                  <a:schemeClr val="tx1"/>
                </a:solidFill>
                <a:latin typeface="+mj-lt"/>
                <a:ea typeface="+mj-lt"/>
                <a:cs typeface="+mj-lt"/>
              </a:defRPr>
            </a:lvl1pPr>
            <a:lvl2pPr marL="0" indent="0" algn="l">
              <a:lnSpc>
                <a:spcPct val="110000"/>
              </a:lnSpc>
              <a:spcBef>
                <a:spcPts val="0"/>
              </a:spcBef>
              <a:spcAft>
                <a:spcPts val="0"/>
              </a:spcAft>
              <a:buNone/>
              <a:defRPr sz="2475" b="1">
                <a:solidFill>
                  <a:schemeClr val="tx1"/>
                </a:solidFill>
                <a:latin typeface="+mj-lt"/>
                <a:ea typeface="+mj-lt"/>
                <a:cs typeface="+mj-lt"/>
              </a:defRPr>
            </a:lvl2pPr>
            <a:lvl3pPr marL="0" indent="0" algn="l">
              <a:lnSpc>
                <a:spcPct val="110000"/>
              </a:lnSpc>
              <a:spcBef>
                <a:spcPts val="0"/>
              </a:spcBef>
              <a:spcAft>
                <a:spcPts val="0"/>
              </a:spcAft>
              <a:buNone/>
              <a:defRPr sz="2475" b="1">
                <a:solidFill>
                  <a:schemeClr val="tx1"/>
                </a:solidFill>
                <a:latin typeface="+mj-lt"/>
                <a:ea typeface="+mj-lt"/>
                <a:cs typeface="+mj-lt"/>
              </a:defRPr>
            </a:lvl3pPr>
            <a:lvl4pPr marL="0" indent="0" algn="l">
              <a:lnSpc>
                <a:spcPct val="110000"/>
              </a:lnSpc>
              <a:spcBef>
                <a:spcPts val="0"/>
              </a:spcBef>
              <a:spcAft>
                <a:spcPts val="0"/>
              </a:spcAft>
              <a:buNone/>
              <a:defRPr sz="2475" b="1">
                <a:solidFill>
                  <a:schemeClr val="tx1"/>
                </a:solidFill>
                <a:latin typeface="+mj-lt"/>
                <a:ea typeface="+mj-lt"/>
                <a:cs typeface="+mj-lt"/>
              </a:defRPr>
            </a:lvl4pPr>
            <a:lvl5pPr marL="0" indent="0" algn="l">
              <a:lnSpc>
                <a:spcPct val="110000"/>
              </a:lnSpc>
              <a:spcBef>
                <a:spcPts val="0"/>
              </a:spcBef>
              <a:spcAft>
                <a:spcPts val="0"/>
              </a:spcAft>
              <a:buNone/>
              <a:defRPr sz="2475" b="1">
                <a:solidFill>
                  <a:schemeClr val="tx1"/>
                </a:solidFill>
                <a:latin typeface="+mj-lt"/>
                <a:ea typeface="+mj-lt"/>
                <a:cs typeface="+mj-lt"/>
              </a:defRPr>
            </a:lvl5pPr>
            <a:lvl6pPr marL="0" indent="0" algn="l">
              <a:lnSpc>
                <a:spcPct val="110000"/>
              </a:lnSpc>
              <a:spcBef>
                <a:spcPts val="0"/>
              </a:spcBef>
              <a:spcAft>
                <a:spcPts val="0"/>
              </a:spcAft>
              <a:buNone/>
              <a:defRPr sz="2475" b="1">
                <a:solidFill>
                  <a:schemeClr val="tx1"/>
                </a:solidFill>
                <a:latin typeface="+mj-lt"/>
                <a:ea typeface="+mj-lt"/>
                <a:cs typeface="+mj-lt"/>
              </a:defRPr>
            </a:lvl6pPr>
            <a:lvl7pPr marL="0" indent="0" algn="l">
              <a:lnSpc>
                <a:spcPct val="110000"/>
              </a:lnSpc>
              <a:spcBef>
                <a:spcPts val="0"/>
              </a:spcBef>
              <a:spcAft>
                <a:spcPts val="0"/>
              </a:spcAft>
              <a:buNone/>
              <a:defRPr sz="2475" b="1">
                <a:solidFill>
                  <a:schemeClr val="tx1"/>
                </a:solidFill>
                <a:latin typeface="+mj-lt"/>
                <a:ea typeface="+mj-lt"/>
                <a:cs typeface="+mj-lt"/>
              </a:defRPr>
            </a:lvl7pPr>
            <a:lvl8pPr marL="0" indent="0" algn="l">
              <a:lnSpc>
                <a:spcPct val="110000"/>
              </a:lnSpc>
              <a:spcBef>
                <a:spcPts val="0"/>
              </a:spcBef>
              <a:spcAft>
                <a:spcPts val="0"/>
              </a:spcAft>
              <a:buNone/>
              <a:defRPr sz="2475" b="1">
                <a:solidFill>
                  <a:schemeClr val="tx1"/>
                </a:solidFill>
                <a:latin typeface="+mj-lt"/>
                <a:ea typeface="+mj-lt"/>
                <a:cs typeface="+mj-lt"/>
              </a:defRPr>
            </a:lvl8pPr>
            <a:lvl9pPr marL="0" indent="0" algn="l">
              <a:lnSpc>
                <a:spcPct val="110000"/>
              </a:lnSpc>
              <a:spcBef>
                <a:spcPts val="0"/>
              </a:spcBef>
              <a:spcAft>
                <a:spcPts val="0"/>
              </a:spcAft>
              <a:buNone/>
              <a:defRPr sz="247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3BFA2C8-8E85-431A-B84E-B17D92EE80A4}"/>
              </a:ext>
            </a:extLst>
          </p:cNvPr>
          <p:cNvSpPr>
            <a:spLocks xmlns:a="http://schemas.openxmlformats.org/drawingml/2006/main" noGrp="1"/>
          </p:cNvSpPr>
          <p:nvPr>
            <p:ph type="body" idx="1"/>
          </p:nvPr>
        </p:nvSpPr>
        <p:spPr>
          <a:xfrm xmlns:a="http://schemas.openxmlformats.org/drawingml/2006/main">
            <a:off x="514350" y="1428750"/>
            <a:ext cx="81153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gn="l">
              <a:lnSpc>
                <a:spcPct val="110000"/>
              </a:lnSpc>
              <a:spcBef>
                <a:spcPts val="0"/>
              </a:spcBef>
              <a:spcAft>
                <a:spcPts val="900"/>
              </a:spcAft>
              <a:buChar char="•"/>
              <a:defRPr sz="1688" b="0">
                <a:solidFill>
                  <a:schemeClr val="tx1"/>
                </a:solidFill>
                <a:latin typeface="+mn-lt"/>
                <a:ea typeface="+mn-lt"/>
                <a:cs typeface="+mn-lt"/>
              </a:defRPr>
            </a:lvl1pPr>
            <a:lvl2pPr marL="400050" indent="-171450" algn="l">
              <a:lnSpc>
                <a:spcPct val="110000"/>
              </a:lnSpc>
              <a:spcBef>
                <a:spcPts val="0"/>
              </a:spcBef>
              <a:spcAft>
                <a:spcPts val="900"/>
              </a:spcAft>
              <a:buChar char="•"/>
              <a:defRPr sz="1688" b="0">
                <a:solidFill>
                  <a:schemeClr val="tx1"/>
                </a:solidFill>
                <a:latin typeface="+mn-lt"/>
                <a:ea typeface="+mn-lt"/>
                <a:cs typeface="+mn-lt"/>
              </a:defRPr>
            </a:lvl2pPr>
            <a:lvl3pPr marL="628650" indent="-171450" algn="l">
              <a:lnSpc>
                <a:spcPct val="110000"/>
              </a:lnSpc>
              <a:spcBef>
                <a:spcPts val="0"/>
              </a:spcBef>
              <a:spcAft>
                <a:spcPts val="900"/>
              </a:spcAft>
              <a:buChar char="•"/>
              <a:defRPr sz="1688" b="0">
                <a:solidFill>
                  <a:schemeClr val="tx1"/>
                </a:solidFill>
                <a:latin typeface="+mn-lt"/>
                <a:ea typeface="+mn-lt"/>
                <a:cs typeface="+mn-lt"/>
              </a:defRPr>
            </a:lvl3pPr>
            <a:lvl4pPr marL="857250" indent="-171450" algn="l">
              <a:lnSpc>
                <a:spcPct val="110000"/>
              </a:lnSpc>
              <a:spcBef>
                <a:spcPts val="0"/>
              </a:spcBef>
              <a:spcAft>
                <a:spcPts val="900"/>
              </a:spcAft>
              <a:buChar char="•"/>
              <a:defRPr sz="1688" b="0">
                <a:solidFill>
                  <a:schemeClr val="tx1"/>
                </a:solidFill>
                <a:latin typeface="+mn-lt"/>
                <a:ea typeface="+mn-lt"/>
                <a:cs typeface="+mn-lt"/>
              </a:defRPr>
            </a:lvl4pPr>
            <a:lvl5pPr marL="1085850" indent="-171450" algn="l">
              <a:lnSpc>
                <a:spcPct val="110000"/>
              </a:lnSpc>
              <a:spcBef>
                <a:spcPts val="0"/>
              </a:spcBef>
              <a:spcAft>
                <a:spcPts val="900"/>
              </a:spcAft>
              <a:buChar char="•"/>
              <a:defRPr sz="1688" b="0">
                <a:solidFill>
                  <a:schemeClr val="tx1"/>
                </a:solidFill>
                <a:latin typeface="+mn-lt"/>
                <a:ea typeface="+mn-lt"/>
                <a:cs typeface="+mn-lt"/>
              </a:defRPr>
            </a:lvl5pPr>
            <a:lvl6pPr marL="1314450" indent="-171450" algn="l">
              <a:lnSpc>
                <a:spcPct val="110000"/>
              </a:lnSpc>
              <a:spcBef>
                <a:spcPts val="0"/>
              </a:spcBef>
              <a:spcAft>
                <a:spcPts val="900"/>
              </a:spcAft>
              <a:buChar char="•"/>
              <a:defRPr sz="1688" b="0">
                <a:solidFill>
                  <a:schemeClr val="tx1"/>
                </a:solidFill>
                <a:latin typeface="+mn-lt"/>
                <a:ea typeface="+mn-lt"/>
                <a:cs typeface="+mn-lt"/>
              </a:defRPr>
            </a:lvl6pPr>
            <a:lvl7pPr marL="1543050" indent="-171450" algn="l">
              <a:lnSpc>
                <a:spcPct val="110000"/>
              </a:lnSpc>
              <a:spcBef>
                <a:spcPts val="0"/>
              </a:spcBef>
              <a:spcAft>
                <a:spcPts val="900"/>
              </a:spcAft>
              <a:buChar char="•"/>
              <a:defRPr sz="1688" b="0">
                <a:solidFill>
                  <a:schemeClr val="tx1"/>
                </a:solidFill>
                <a:latin typeface="+mn-lt"/>
                <a:ea typeface="+mn-lt"/>
                <a:cs typeface="+mn-lt"/>
              </a:defRPr>
            </a:lvl7pPr>
            <a:lvl8pPr marL="1771650" indent="-171450" algn="l">
              <a:lnSpc>
                <a:spcPct val="110000"/>
              </a:lnSpc>
              <a:spcBef>
                <a:spcPts val="0"/>
              </a:spcBef>
              <a:spcAft>
                <a:spcPts val="900"/>
              </a:spcAft>
              <a:buChar char="•"/>
              <a:defRPr sz="1688" b="0">
                <a:solidFill>
                  <a:schemeClr val="tx1"/>
                </a:solidFill>
                <a:latin typeface="+mn-lt"/>
                <a:ea typeface="+mn-lt"/>
                <a:cs typeface="+mn-lt"/>
              </a:defRPr>
            </a:lvl8pPr>
            <a:lvl9pPr marL="2000250" indent="-171450" algn="l">
              <a:lnSpc>
                <a:spcPct val="110000"/>
              </a:lnSpc>
              <a:spcBef>
                <a:spcPts val="0"/>
              </a:spcBef>
              <a:spcAft>
                <a:spcPts val="900"/>
              </a:spcAft>
              <a:buChar char="•"/>
              <a:defRPr sz="1688"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1E35470-6E4C-4C7F-AD0F-E39B3DD966DC}"/>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gn="l">
              <a:lnSpc>
                <a:spcPct val="110000"/>
              </a:lnSpc>
              <a:spcBef>
                <a:spcPts val="0"/>
              </a:spcBef>
              <a:spcAft>
                <a:spcPts val="0"/>
              </a:spcAft>
              <a:buNone/>
              <a:defRPr sz="2475" b="1">
                <a:solidFill>
                  <a:schemeClr val="tx1"/>
                </a:solidFill>
                <a:latin typeface="+mj-lt"/>
                <a:ea typeface="+mj-lt"/>
                <a:cs typeface="+mj-lt"/>
              </a:defRPr>
            </a:lvl1pPr>
            <a:lvl2pPr marL="0" indent="0" algn="l">
              <a:lnSpc>
                <a:spcPct val="110000"/>
              </a:lnSpc>
              <a:spcBef>
                <a:spcPts val="0"/>
              </a:spcBef>
              <a:spcAft>
                <a:spcPts val="0"/>
              </a:spcAft>
              <a:buNone/>
              <a:defRPr sz="2475" b="1">
                <a:solidFill>
                  <a:schemeClr val="tx1"/>
                </a:solidFill>
                <a:latin typeface="+mj-lt"/>
                <a:ea typeface="+mj-lt"/>
                <a:cs typeface="+mj-lt"/>
              </a:defRPr>
            </a:lvl2pPr>
            <a:lvl3pPr marL="0" indent="0" algn="l">
              <a:lnSpc>
                <a:spcPct val="110000"/>
              </a:lnSpc>
              <a:spcBef>
                <a:spcPts val="0"/>
              </a:spcBef>
              <a:spcAft>
                <a:spcPts val="0"/>
              </a:spcAft>
              <a:buNone/>
              <a:defRPr sz="2475" b="1">
                <a:solidFill>
                  <a:schemeClr val="tx1"/>
                </a:solidFill>
                <a:latin typeface="+mj-lt"/>
                <a:ea typeface="+mj-lt"/>
                <a:cs typeface="+mj-lt"/>
              </a:defRPr>
            </a:lvl3pPr>
            <a:lvl4pPr marL="0" indent="0" algn="l">
              <a:lnSpc>
                <a:spcPct val="110000"/>
              </a:lnSpc>
              <a:spcBef>
                <a:spcPts val="0"/>
              </a:spcBef>
              <a:spcAft>
                <a:spcPts val="0"/>
              </a:spcAft>
              <a:buNone/>
              <a:defRPr sz="2475" b="1">
                <a:solidFill>
                  <a:schemeClr val="tx1"/>
                </a:solidFill>
                <a:latin typeface="+mj-lt"/>
                <a:ea typeface="+mj-lt"/>
                <a:cs typeface="+mj-lt"/>
              </a:defRPr>
            </a:lvl4pPr>
            <a:lvl5pPr marL="0" indent="0" algn="l">
              <a:lnSpc>
                <a:spcPct val="110000"/>
              </a:lnSpc>
              <a:spcBef>
                <a:spcPts val="0"/>
              </a:spcBef>
              <a:spcAft>
                <a:spcPts val="0"/>
              </a:spcAft>
              <a:buNone/>
              <a:defRPr sz="2475" b="1">
                <a:solidFill>
                  <a:schemeClr val="tx1"/>
                </a:solidFill>
                <a:latin typeface="+mj-lt"/>
                <a:ea typeface="+mj-lt"/>
                <a:cs typeface="+mj-lt"/>
              </a:defRPr>
            </a:lvl5pPr>
            <a:lvl6pPr marL="0" indent="0" algn="l">
              <a:lnSpc>
                <a:spcPct val="110000"/>
              </a:lnSpc>
              <a:spcBef>
                <a:spcPts val="0"/>
              </a:spcBef>
              <a:spcAft>
                <a:spcPts val="0"/>
              </a:spcAft>
              <a:buNone/>
              <a:defRPr sz="2475" b="1">
                <a:solidFill>
                  <a:schemeClr val="tx1"/>
                </a:solidFill>
                <a:latin typeface="+mj-lt"/>
                <a:ea typeface="+mj-lt"/>
                <a:cs typeface="+mj-lt"/>
              </a:defRPr>
            </a:lvl6pPr>
            <a:lvl7pPr marL="0" indent="0" algn="l">
              <a:lnSpc>
                <a:spcPct val="110000"/>
              </a:lnSpc>
              <a:spcBef>
                <a:spcPts val="0"/>
              </a:spcBef>
              <a:spcAft>
                <a:spcPts val="0"/>
              </a:spcAft>
              <a:buNone/>
              <a:defRPr sz="2475" b="1">
                <a:solidFill>
                  <a:schemeClr val="tx1"/>
                </a:solidFill>
                <a:latin typeface="+mj-lt"/>
                <a:ea typeface="+mj-lt"/>
                <a:cs typeface="+mj-lt"/>
              </a:defRPr>
            </a:lvl7pPr>
            <a:lvl8pPr marL="0" indent="0" algn="l">
              <a:lnSpc>
                <a:spcPct val="110000"/>
              </a:lnSpc>
              <a:spcBef>
                <a:spcPts val="0"/>
              </a:spcBef>
              <a:spcAft>
                <a:spcPts val="0"/>
              </a:spcAft>
              <a:buNone/>
              <a:defRPr sz="2475" b="1">
                <a:solidFill>
                  <a:schemeClr val="tx1"/>
                </a:solidFill>
                <a:latin typeface="+mj-lt"/>
                <a:ea typeface="+mj-lt"/>
                <a:cs typeface="+mj-lt"/>
              </a:defRPr>
            </a:lvl8pPr>
            <a:lvl9pPr marL="0" indent="0" algn="l">
              <a:lnSpc>
                <a:spcPct val="110000"/>
              </a:lnSpc>
              <a:spcBef>
                <a:spcPts val="0"/>
              </a:spcBef>
              <a:spcAft>
                <a:spcPts val="0"/>
              </a:spcAft>
              <a:buNone/>
              <a:defRPr sz="247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8177B21-6072-4630-A220-5E3DF7928FBD}"/>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gn="l">
              <a:lnSpc>
                <a:spcPct val="110000"/>
              </a:lnSpc>
              <a:spcBef>
                <a:spcPts val="0"/>
              </a:spcBef>
              <a:spcAft>
                <a:spcPts val="900"/>
              </a:spcAft>
              <a:buChar char="•"/>
              <a:defRPr sz="1575" b="0">
                <a:solidFill>
                  <a:schemeClr val="tx1"/>
                </a:solidFill>
                <a:latin typeface="+mn-lt"/>
                <a:ea typeface="+mn-lt"/>
                <a:cs typeface="+mn-lt"/>
              </a:defRPr>
            </a:lvl1pPr>
            <a:lvl2pPr marL="400050" indent="-171450" algn="l">
              <a:lnSpc>
                <a:spcPct val="110000"/>
              </a:lnSpc>
              <a:spcBef>
                <a:spcPts val="0"/>
              </a:spcBef>
              <a:spcAft>
                <a:spcPts val="900"/>
              </a:spcAft>
              <a:buChar char="•"/>
              <a:defRPr sz="1575" b="0">
                <a:solidFill>
                  <a:schemeClr val="tx1"/>
                </a:solidFill>
                <a:latin typeface="+mn-lt"/>
                <a:ea typeface="+mn-lt"/>
                <a:cs typeface="+mn-lt"/>
              </a:defRPr>
            </a:lvl2pPr>
            <a:lvl3pPr marL="628650" indent="-171450" algn="l">
              <a:lnSpc>
                <a:spcPct val="110000"/>
              </a:lnSpc>
              <a:spcBef>
                <a:spcPts val="0"/>
              </a:spcBef>
              <a:spcAft>
                <a:spcPts val="900"/>
              </a:spcAft>
              <a:buChar char="•"/>
              <a:defRPr sz="1575" b="0">
                <a:solidFill>
                  <a:schemeClr val="tx1"/>
                </a:solidFill>
                <a:latin typeface="+mn-lt"/>
                <a:ea typeface="+mn-lt"/>
                <a:cs typeface="+mn-lt"/>
              </a:defRPr>
            </a:lvl3pPr>
            <a:lvl4pPr marL="857250" indent="-171450" algn="l">
              <a:lnSpc>
                <a:spcPct val="110000"/>
              </a:lnSpc>
              <a:spcBef>
                <a:spcPts val="0"/>
              </a:spcBef>
              <a:spcAft>
                <a:spcPts val="900"/>
              </a:spcAft>
              <a:buChar char="•"/>
              <a:defRPr sz="1575" b="0">
                <a:solidFill>
                  <a:schemeClr val="tx1"/>
                </a:solidFill>
                <a:latin typeface="+mn-lt"/>
                <a:ea typeface="+mn-lt"/>
                <a:cs typeface="+mn-lt"/>
              </a:defRPr>
            </a:lvl4pPr>
            <a:lvl5pPr marL="1085850" indent="-171450" algn="l">
              <a:lnSpc>
                <a:spcPct val="110000"/>
              </a:lnSpc>
              <a:spcBef>
                <a:spcPts val="0"/>
              </a:spcBef>
              <a:spcAft>
                <a:spcPts val="900"/>
              </a:spcAft>
              <a:buChar char="•"/>
              <a:defRPr sz="1575" b="0">
                <a:solidFill>
                  <a:schemeClr val="tx1"/>
                </a:solidFill>
                <a:latin typeface="+mn-lt"/>
                <a:ea typeface="+mn-lt"/>
                <a:cs typeface="+mn-lt"/>
              </a:defRPr>
            </a:lvl5pPr>
            <a:lvl6pPr marL="1314450" indent="-171450" algn="l">
              <a:lnSpc>
                <a:spcPct val="110000"/>
              </a:lnSpc>
              <a:spcBef>
                <a:spcPts val="0"/>
              </a:spcBef>
              <a:spcAft>
                <a:spcPts val="900"/>
              </a:spcAft>
              <a:buChar char="•"/>
              <a:defRPr sz="1575" b="0">
                <a:solidFill>
                  <a:schemeClr val="tx1"/>
                </a:solidFill>
                <a:latin typeface="+mn-lt"/>
                <a:ea typeface="+mn-lt"/>
                <a:cs typeface="+mn-lt"/>
              </a:defRPr>
            </a:lvl6pPr>
            <a:lvl7pPr marL="1543050" indent="-171450" algn="l">
              <a:lnSpc>
                <a:spcPct val="110000"/>
              </a:lnSpc>
              <a:spcBef>
                <a:spcPts val="0"/>
              </a:spcBef>
              <a:spcAft>
                <a:spcPts val="900"/>
              </a:spcAft>
              <a:buChar char="•"/>
              <a:defRPr sz="1575" b="0">
                <a:solidFill>
                  <a:schemeClr val="tx1"/>
                </a:solidFill>
                <a:latin typeface="+mn-lt"/>
                <a:ea typeface="+mn-lt"/>
                <a:cs typeface="+mn-lt"/>
              </a:defRPr>
            </a:lvl7pPr>
            <a:lvl8pPr marL="1771650" indent="-171450" algn="l">
              <a:lnSpc>
                <a:spcPct val="110000"/>
              </a:lnSpc>
              <a:spcBef>
                <a:spcPts val="0"/>
              </a:spcBef>
              <a:spcAft>
                <a:spcPts val="900"/>
              </a:spcAft>
              <a:buChar char="•"/>
              <a:defRPr sz="1575" b="0">
                <a:solidFill>
                  <a:schemeClr val="tx1"/>
                </a:solidFill>
                <a:latin typeface="+mn-lt"/>
                <a:ea typeface="+mn-lt"/>
                <a:cs typeface="+mn-lt"/>
              </a:defRPr>
            </a:lvl8pPr>
            <a:lvl9pPr marL="2000250" indent="-171450" algn="l">
              <a:lnSpc>
                <a:spcPct val="110000"/>
              </a:lnSpc>
              <a:spcBef>
                <a:spcPts val="0"/>
              </a:spcBef>
              <a:spcAft>
                <a:spcPts val="900"/>
              </a:spcAft>
              <a:buChar char="•"/>
              <a:defRPr sz="157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D20F836-FCA7-45C7-AFCA-346B9F6955CA}"/>
              </a:ext>
            </a:extLst>
          </p:cNvPr>
          <p:cNvSpPr>
            <a:spLocks xmlns:a="http://schemas.openxmlformats.org/drawingml/2006/main" noGrp="1"/>
          </p:cNvSpPr>
          <p:nvPr>
            <p:ph type="body" idx="2"/>
          </p:nvPr>
        </p:nvSpPr>
        <p:spPr>
          <a:xfrm xmlns:a="http://schemas.openxmlformats.org/drawingml/2006/main">
            <a:off x="48577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gn="l">
              <a:lnSpc>
                <a:spcPct val="110000"/>
              </a:lnSpc>
              <a:spcBef>
                <a:spcPts val="0"/>
              </a:spcBef>
              <a:spcAft>
                <a:spcPts val="900"/>
              </a:spcAft>
              <a:buChar char="•"/>
              <a:defRPr sz="1575" b="0">
                <a:solidFill>
                  <a:schemeClr val="tx1"/>
                </a:solidFill>
                <a:latin typeface="+mn-lt"/>
                <a:ea typeface="+mn-lt"/>
                <a:cs typeface="+mn-lt"/>
              </a:defRPr>
            </a:lvl1pPr>
            <a:lvl2pPr marL="400050" indent="-171450" algn="l">
              <a:lnSpc>
                <a:spcPct val="110000"/>
              </a:lnSpc>
              <a:spcBef>
                <a:spcPts val="0"/>
              </a:spcBef>
              <a:spcAft>
                <a:spcPts val="900"/>
              </a:spcAft>
              <a:buChar char="•"/>
              <a:defRPr sz="1575" b="0">
                <a:solidFill>
                  <a:schemeClr val="tx1"/>
                </a:solidFill>
                <a:latin typeface="+mn-lt"/>
                <a:ea typeface="+mn-lt"/>
                <a:cs typeface="+mn-lt"/>
              </a:defRPr>
            </a:lvl2pPr>
            <a:lvl3pPr marL="628650" indent="-171450" algn="l">
              <a:lnSpc>
                <a:spcPct val="110000"/>
              </a:lnSpc>
              <a:spcBef>
                <a:spcPts val="0"/>
              </a:spcBef>
              <a:spcAft>
                <a:spcPts val="900"/>
              </a:spcAft>
              <a:buChar char="•"/>
              <a:defRPr sz="1575" b="0">
                <a:solidFill>
                  <a:schemeClr val="tx1"/>
                </a:solidFill>
                <a:latin typeface="+mn-lt"/>
                <a:ea typeface="+mn-lt"/>
                <a:cs typeface="+mn-lt"/>
              </a:defRPr>
            </a:lvl3pPr>
            <a:lvl4pPr marL="857250" indent="-171450" algn="l">
              <a:lnSpc>
                <a:spcPct val="110000"/>
              </a:lnSpc>
              <a:spcBef>
                <a:spcPts val="0"/>
              </a:spcBef>
              <a:spcAft>
                <a:spcPts val="900"/>
              </a:spcAft>
              <a:buChar char="•"/>
              <a:defRPr sz="1575" b="0">
                <a:solidFill>
                  <a:schemeClr val="tx1"/>
                </a:solidFill>
                <a:latin typeface="+mn-lt"/>
                <a:ea typeface="+mn-lt"/>
                <a:cs typeface="+mn-lt"/>
              </a:defRPr>
            </a:lvl4pPr>
            <a:lvl5pPr marL="1085850" indent="-171450" algn="l">
              <a:lnSpc>
                <a:spcPct val="110000"/>
              </a:lnSpc>
              <a:spcBef>
                <a:spcPts val="0"/>
              </a:spcBef>
              <a:spcAft>
                <a:spcPts val="900"/>
              </a:spcAft>
              <a:buChar char="•"/>
              <a:defRPr sz="1575" b="0">
                <a:solidFill>
                  <a:schemeClr val="tx1"/>
                </a:solidFill>
                <a:latin typeface="+mn-lt"/>
                <a:ea typeface="+mn-lt"/>
                <a:cs typeface="+mn-lt"/>
              </a:defRPr>
            </a:lvl5pPr>
            <a:lvl6pPr marL="1314450" indent="-171450" algn="l">
              <a:lnSpc>
                <a:spcPct val="110000"/>
              </a:lnSpc>
              <a:spcBef>
                <a:spcPts val="0"/>
              </a:spcBef>
              <a:spcAft>
                <a:spcPts val="900"/>
              </a:spcAft>
              <a:buChar char="•"/>
              <a:defRPr sz="1575" b="0">
                <a:solidFill>
                  <a:schemeClr val="tx1"/>
                </a:solidFill>
                <a:latin typeface="+mn-lt"/>
                <a:ea typeface="+mn-lt"/>
                <a:cs typeface="+mn-lt"/>
              </a:defRPr>
            </a:lvl6pPr>
            <a:lvl7pPr marL="1543050" indent="-171450" algn="l">
              <a:lnSpc>
                <a:spcPct val="110000"/>
              </a:lnSpc>
              <a:spcBef>
                <a:spcPts val="0"/>
              </a:spcBef>
              <a:spcAft>
                <a:spcPts val="900"/>
              </a:spcAft>
              <a:buChar char="•"/>
              <a:defRPr sz="1575" b="0">
                <a:solidFill>
                  <a:schemeClr val="tx1"/>
                </a:solidFill>
                <a:latin typeface="+mn-lt"/>
                <a:ea typeface="+mn-lt"/>
                <a:cs typeface="+mn-lt"/>
              </a:defRPr>
            </a:lvl7pPr>
            <a:lvl8pPr marL="1771650" indent="-171450" algn="l">
              <a:lnSpc>
                <a:spcPct val="110000"/>
              </a:lnSpc>
              <a:spcBef>
                <a:spcPts val="0"/>
              </a:spcBef>
              <a:spcAft>
                <a:spcPts val="900"/>
              </a:spcAft>
              <a:buChar char="•"/>
              <a:defRPr sz="1575" b="0">
                <a:solidFill>
                  <a:schemeClr val="tx1"/>
                </a:solidFill>
                <a:latin typeface="+mn-lt"/>
                <a:ea typeface="+mn-lt"/>
                <a:cs typeface="+mn-lt"/>
              </a:defRPr>
            </a:lvl8pPr>
            <a:lvl9pPr marL="2000250" indent="-171450" algn="l">
              <a:lnSpc>
                <a:spcPct val="110000"/>
              </a:lnSpc>
              <a:spcBef>
                <a:spcPts val="0"/>
              </a:spcBef>
              <a:spcAft>
                <a:spcPts val="900"/>
              </a:spcAft>
              <a:buChar char="•"/>
              <a:defRPr sz="157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547D38E-8F73-40AD-B5CD-697ED6652801}"/>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gn="l">
              <a:lnSpc>
                <a:spcPct val="110000"/>
              </a:lnSpc>
              <a:spcBef>
                <a:spcPts val="0"/>
              </a:spcBef>
              <a:spcAft>
                <a:spcPts val="0"/>
              </a:spcAft>
              <a:buNone/>
              <a:defRPr sz="2475" b="1">
                <a:solidFill>
                  <a:schemeClr val="tx1"/>
                </a:solidFill>
                <a:latin typeface="+mj-lt"/>
                <a:ea typeface="+mj-lt"/>
                <a:cs typeface="+mj-lt"/>
              </a:defRPr>
            </a:lvl1pPr>
            <a:lvl2pPr marL="0" indent="0" algn="l">
              <a:lnSpc>
                <a:spcPct val="110000"/>
              </a:lnSpc>
              <a:spcBef>
                <a:spcPts val="0"/>
              </a:spcBef>
              <a:spcAft>
                <a:spcPts val="0"/>
              </a:spcAft>
              <a:buNone/>
              <a:defRPr sz="2475" b="1">
                <a:solidFill>
                  <a:schemeClr val="tx1"/>
                </a:solidFill>
                <a:latin typeface="+mj-lt"/>
                <a:ea typeface="+mj-lt"/>
                <a:cs typeface="+mj-lt"/>
              </a:defRPr>
            </a:lvl2pPr>
            <a:lvl3pPr marL="0" indent="0" algn="l">
              <a:lnSpc>
                <a:spcPct val="110000"/>
              </a:lnSpc>
              <a:spcBef>
                <a:spcPts val="0"/>
              </a:spcBef>
              <a:spcAft>
                <a:spcPts val="0"/>
              </a:spcAft>
              <a:buNone/>
              <a:defRPr sz="2475" b="1">
                <a:solidFill>
                  <a:schemeClr val="tx1"/>
                </a:solidFill>
                <a:latin typeface="+mj-lt"/>
                <a:ea typeface="+mj-lt"/>
                <a:cs typeface="+mj-lt"/>
              </a:defRPr>
            </a:lvl3pPr>
            <a:lvl4pPr marL="0" indent="0" algn="l">
              <a:lnSpc>
                <a:spcPct val="110000"/>
              </a:lnSpc>
              <a:spcBef>
                <a:spcPts val="0"/>
              </a:spcBef>
              <a:spcAft>
                <a:spcPts val="0"/>
              </a:spcAft>
              <a:buNone/>
              <a:defRPr sz="2475" b="1">
                <a:solidFill>
                  <a:schemeClr val="tx1"/>
                </a:solidFill>
                <a:latin typeface="+mj-lt"/>
                <a:ea typeface="+mj-lt"/>
                <a:cs typeface="+mj-lt"/>
              </a:defRPr>
            </a:lvl4pPr>
            <a:lvl5pPr marL="0" indent="0" algn="l">
              <a:lnSpc>
                <a:spcPct val="110000"/>
              </a:lnSpc>
              <a:spcBef>
                <a:spcPts val="0"/>
              </a:spcBef>
              <a:spcAft>
                <a:spcPts val="0"/>
              </a:spcAft>
              <a:buNone/>
              <a:defRPr sz="2475" b="1">
                <a:solidFill>
                  <a:schemeClr val="tx1"/>
                </a:solidFill>
                <a:latin typeface="+mj-lt"/>
                <a:ea typeface="+mj-lt"/>
                <a:cs typeface="+mj-lt"/>
              </a:defRPr>
            </a:lvl5pPr>
            <a:lvl6pPr marL="0" indent="0" algn="l">
              <a:lnSpc>
                <a:spcPct val="110000"/>
              </a:lnSpc>
              <a:spcBef>
                <a:spcPts val="0"/>
              </a:spcBef>
              <a:spcAft>
                <a:spcPts val="0"/>
              </a:spcAft>
              <a:buNone/>
              <a:defRPr sz="2475" b="1">
                <a:solidFill>
                  <a:schemeClr val="tx1"/>
                </a:solidFill>
                <a:latin typeface="+mj-lt"/>
                <a:ea typeface="+mj-lt"/>
                <a:cs typeface="+mj-lt"/>
              </a:defRPr>
            </a:lvl6pPr>
            <a:lvl7pPr marL="0" indent="0" algn="l">
              <a:lnSpc>
                <a:spcPct val="110000"/>
              </a:lnSpc>
              <a:spcBef>
                <a:spcPts val="0"/>
              </a:spcBef>
              <a:spcAft>
                <a:spcPts val="0"/>
              </a:spcAft>
              <a:buNone/>
              <a:defRPr sz="2475" b="1">
                <a:solidFill>
                  <a:schemeClr val="tx1"/>
                </a:solidFill>
                <a:latin typeface="+mj-lt"/>
                <a:ea typeface="+mj-lt"/>
                <a:cs typeface="+mj-lt"/>
              </a:defRPr>
            </a:lvl7pPr>
            <a:lvl8pPr marL="0" indent="0" algn="l">
              <a:lnSpc>
                <a:spcPct val="110000"/>
              </a:lnSpc>
              <a:spcBef>
                <a:spcPts val="0"/>
              </a:spcBef>
              <a:spcAft>
                <a:spcPts val="0"/>
              </a:spcAft>
              <a:buNone/>
              <a:defRPr sz="2475" b="1">
                <a:solidFill>
                  <a:schemeClr val="tx1"/>
                </a:solidFill>
                <a:latin typeface="+mj-lt"/>
                <a:ea typeface="+mj-lt"/>
                <a:cs typeface="+mj-lt"/>
              </a:defRPr>
            </a:lvl8pPr>
            <a:lvl9pPr marL="0" indent="0" algn="l">
              <a:lnSpc>
                <a:spcPct val="110000"/>
              </a:lnSpc>
              <a:spcBef>
                <a:spcPts val="0"/>
              </a:spcBef>
              <a:spcAft>
                <a:spcPts val="0"/>
              </a:spcAft>
              <a:buNone/>
              <a:defRPr sz="247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95E5CC2-BBA0-414F-B743-2EDCB792E10F}"/>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gn="l">
              <a:lnSpc>
                <a:spcPct val="110000"/>
              </a:lnSpc>
              <a:spcBef>
                <a:spcPts val="0"/>
              </a:spcBef>
              <a:spcAft>
                <a:spcPts val="900"/>
              </a:spcAft>
              <a:buChar char="•"/>
              <a:defRPr sz="1688" b="0">
                <a:solidFill>
                  <a:schemeClr val="tx1"/>
                </a:solidFill>
                <a:latin typeface="+mn-lt"/>
                <a:ea typeface="+mn-lt"/>
                <a:cs typeface="+mn-lt"/>
              </a:defRPr>
            </a:lvl1pPr>
            <a:lvl2pPr marL="400050" indent="-171450" algn="l">
              <a:lnSpc>
                <a:spcPct val="110000"/>
              </a:lnSpc>
              <a:spcBef>
                <a:spcPts val="0"/>
              </a:spcBef>
              <a:spcAft>
                <a:spcPts val="900"/>
              </a:spcAft>
              <a:buChar char="•"/>
              <a:defRPr sz="1688" b="0">
                <a:solidFill>
                  <a:schemeClr val="tx1"/>
                </a:solidFill>
                <a:latin typeface="+mn-lt"/>
                <a:ea typeface="+mn-lt"/>
                <a:cs typeface="+mn-lt"/>
              </a:defRPr>
            </a:lvl2pPr>
            <a:lvl3pPr marL="628650" indent="-171450" algn="l">
              <a:lnSpc>
                <a:spcPct val="110000"/>
              </a:lnSpc>
              <a:spcBef>
                <a:spcPts val="0"/>
              </a:spcBef>
              <a:spcAft>
                <a:spcPts val="900"/>
              </a:spcAft>
              <a:buChar char="•"/>
              <a:defRPr sz="1688" b="0">
                <a:solidFill>
                  <a:schemeClr val="tx1"/>
                </a:solidFill>
                <a:latin typeface="+mn-lt"/>
                <a:ea typeface="+mn-lt"/>
                <a:cs typeface="+mn-lt"/>
              </a:defRPr>
            </a:lvl3pPr>
            <a:lvl4pPr marL="857250" indent="-171450" algn="l">
              <a:lnSpc>
                <a:spcPct val="110000"/>
              </a:lnSpc>
              <a:spcBef>
                <a:spcPts val="0"/>
              </a:spcBef>
              <a:spcAft>
                <a:spcPts val="900"/>
              </a:spcAft>
              <a:buChar char="•"/>
              <a:defRPr sz="1688" b="0">
                <a:solidFill>
                  <a:schemeClr val="tx1"/>
                </a:solidFill>
                <a:latin typeface="+mn-lt"/>
                <a:ea typeface="+mn-lt"/>
                <a:cs typeface="+mn-lt"/>
              </a:defRPr>
            </a:lvl4pPr>
            <a:lvl5pPr marL="1085850" indent="-171450" algn="l">
              <a:lnSpc>
                <a:spcPct val="110000"/>
              </a:lnSpc>
              <a:spcBef>
                <a:spcPts val="0"/>
              </a:spcBef>
              <a:spcAft>
                <a:spcPts val="900"/>
              </a:spcAft>
              <a:buChar char="•"/>
              <a:defRPr sz="1688" b="0">
                <a:solidFill>
                  <a:schemeClr val="tx1"/>
                </a:solidFill>
                <a:latin typeface="+mn-lt"/>
                <a:ea typeface="+mn-lt"/>
                <a:cs typeface="+mn-lt"/>
              </a:defRPr>
            </a:lvl5pPr>
            <a:lvl6pPr marL="1314450" indent="-171450" algn="l">
              <a:lnSpc>
                <a:spcPct val="110000"/>
              </a:lnSpc>
              <a:spcBef>
                <a:spcPts val="0"/>
              </a:spcBef>
              <a:spcAft>
                <a:spcPts val="900"/>
              </a:spcAft>
              <a:buChar char="•"/>
              <a:defRPr sz="1688" b="0">
                <a:solidFill>
                  <a:schemeClr val="tx1"/>
                </a:solidFill>
                <a:latin typeface="+mn-lt"/>
                <a:ea typeface="+mn-lt"/>
                <a:cs typeface="+mn-lt"/>
              </a:defRPr>
            </a:lvl6pPr>
            <a:lvl7pPr marL="1543050" indent="-171450" algn="l">
              <a:lnSpc>
                <a:spcPct val="110000"/>
              </a:lnSpc>
              <a:spcBef>
                <a:spcPts val="0"/>
              </a:spcBef>
              <a:spcAft>
                <a:spcPts val="900"/>
              </a:spcAft>
              <a:buChar char="•"/>
              <a:defRPr sz="1688" b="0">
                <a:solidFill>
                  <a:schemeClr val="tx1"/>
                </a:solidFill>
                <a:latin typeface="+mn-lt"/>
                <a:ea typeface="+mn-lt"/>
                <a:cs typeface="+mn-lt"/>
              </a:defRPr>
            </a:lvl7pPr>
            <a:lvl8pPr marL="1771650" indent="-171450" algn="l">
              <a:lnSpc>
                <a:spcPct val="110000"/>
              </a:lnSpc>
              <a:spcBef>
                <a:spcPts val="0"/>
              </a:spcBef>
              <a:spcAft>
                <a:spcPts val="900"/>
              </a:spcAft>
              <a:buChar char="•"/>
              <a:defRPr sz="1688" b="0">
                <a:solidFill>
                  <a:schemeClr val="tx1"/>
                </a:solidFill>
                <a:latin typeface="+mn-lt"/>
                <a:ea typeface="+mn-lt"/>
                <a:cs typeface="+mn-lt"/>
              </a:defRPr>
            </a:lvl8pPr>
            <a:lvl9pPr marL="2000250" indent="-171450" algn="l">
              <a:lnSpc>
                <a:spcPct val="110000"/>
              </a:lnSpc>
              <a:spcBef>
                <a:spcPts val="0"/>
              </a:spcBef>
              <a:spcAft>
                <a:spcPts val="900"/>
              </a:spcAft>
              <a:buChar char="•"/>
              <a:defRPr sz="1688"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4c7ca888d734228" /><Relationship Type="http://schemas.openxmlformats.org/officeDocument/2006/relationships/slideLayout" Target="/ppt/slideLayouts/slideLayout1.xml" Id="Rf56fca806e434e4b" /><Relationship Type="http://schemas.openxmlformats.org/officeDocument/2006/relationships/slideLayout" Target="/ppt/slideLayouts/slideLayout2.xml" Id="Rfce6cb16ee8b42a1" /><Relationship Type="http://schemas.openxmlformats.org/officeDocument/2006/relationships/slideLayout" Target="/ppt/slideLayouts/slideLayout3.xml" Id="R621f713b83634860" /><Relationship Type="http://schemas.openxmlformats.org/officeDocument/2006/relationships/slideLayout" Target="/ppt/slideLayouts/slideLayout4.xml" Id="Rf528e2f53edf4068" /><Relationship Type="http://schemas.openxmlformats.org/officeDocument/2006/relationships/slideLayout" Target="/ppt/slideLayouts/slideLayout5.xml" Id="R00640bfb8358454a" /><Relationship Type="http://schemas.openxmlformats.org/officeDocument/2006/relationships/slideLayout" Target="/ppt/slideLayouts/slideLayout6.xml" Id="Rb4b5bb2022a04e5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56fca806e434e4b"/>
    <p:sldLayoutId xmlns:r="http://schemas.openxmlformats.org/officeDocument/2006/relationships" id="2147483650" r:id="Rfce6cb16ee8b42a1"/>
    <p:sldLayoutId xmlns:r="http://schemas.openxmlformats.org/officeDocument/2006/relationships" id="2147483651" r:id="R621f713b83634860"/>
    <p:sldLayoutId xmlns:r="http://schemas.openxmlformats.org/officeDocument/2006/relationships" id="2147483652" r:id="Rf528e2f53edf4068"/>
    <p:sldLayoutId xmlns:r="http://schemas.openxmlformats.org/officeDocument/2006/relationships" id="2147483653" r:id="R00640bfb8358454a"/>
    <p:sldLayoutId xmlns:r="http://schemas.openxmlformats.org/officeDocument/2006/relationships" id="2147483654" r:id="Rb4b5bb2022a04e5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ba3acd825054f93" /><Relationship Type="http://schemas.openxmlformats.org/officeDocument/2006/relationships/image" Target="/ppt/media/image.jpeg" Id="R5da17b1802e54d23" /><Relationship Type="http://schemas.openxmlformats.org/officeDocument/2006/relationships/notesSlide" Target="/ppt/notesSlides/notesSlide1.xml" Id="Raef5dff0d435481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07a0d40b0dc4949" /><Relationship Type="http://schemas.openxmlformats.org/officeDocument/2006/relationships/image" Target="/ppt/media/image2.jpeg" Id="R3b27b29069ab41ba" /><Relationship Type="http://schemas.openxmlformats.org/officeDocument/2006/relationships/image" Target="/ppt/media/image3.jpeg" Id="Rd0551e6c25934e57" /><Relationship Type="http://schemas.openxmlformats.org/officeDocument/2006/relationships/image" Target="/ppt/media/image4.jpeg" Id="R34aa0fa442664583" /><Relationship Type="http://schemas.openxmlformats.org/officeDocument/2006/relationships/image" Target="/ppt/media/image5.jpeg" Id="R54afd4a050c940f0" /><Relationship Type="http://schemas.openxmlformats.org/officeDocument/2006/relationships/image" Target="/ppt/media/image6.jpeg" Id="R7082d507d91e4885" /><Relationship Type="http://schemas.openxmlformats.org/officeDocument/2006/relationships/image" Target="/ppt/media/image7.jpeg" Id="Ra18c0664270e434d" /><Relationship Type="http://schemas.openxmlformats.org/officeDocument/2006/relationships/notesSlide" Target="/ppt/notesSlides/notesSlide2.xml" Id="R486eb2a8fb7a4b5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b2017752b0641f1" /><Relationship Type="http://schemas.openxmlformats.org/officeDocument/2006/relationships/image" Target="/ppt/media/image8.jpeg" Id="Rd73150f1c3154842" /><Relationship Type="http://schemas.openxmlformats.org/officeDocument/2006/relationships/image" Target="/ppt/media/image9.jpeg" Id="R507d0280d83343a2" /><Relationship Type="http://schemas.openxmlformats.org/officeDocument/2006/relationships/image" Target="/ppt/media/image10.jpeg" Id="R3f9819a6daa14089" /><Relationship Type="http://schemas.openxmlformats.org/officeDocument/2006/relationships/image" Target="/ppt/media/image11.jpeg" Id="Rc354d2a404ce4615" /><Relationship Type="http://schemas.openxmlformats.org/officeDocument/2006/relationships/image" Target="/ppt/media/image12.jpeg" Id="R18076ca83b544a20" /><Relationship Type="http://schemas.openxmlformats.org/officeDocument/2006/relationships/image" Target="/ppt/media/image13.jpeg" Id="R848d25a7ea514b3f" /><Relationship Type="http://schemas.openxmlformats.org/officeDocument/2006/relationships/notesSlide" Target="/ppt/notesSlides/notesSlide3.xml" Id="R22fbf6d7ce3e462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73f244633fd4ddb" /><Relationship Type="http://schemas.openxmlformats.org/officeDocument/2006/relationships/notesSlide" Target="/ppt/notesSlides/notesSlide4.xml" Id="Ra878f20ab9934cc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01f7d6e62b5495b" /><Relationship Type="http://schemas.openxmlformats.org/officeDocument/2006/relationships/image" Target="/ppt/media/image14.jpeg" Id="Rba568fe1f5de4fa1" /><Relationship Type="http://schemas.openxmlformats.org/officeDocument/2006/relationships/image" Target="/ppt/media/image15.jpeg" Id="Rc0d12434c6c94c3c" /><Relationship Type="http://schemas.openxmlformats.org/officeDocument/2006/relationships/image" Target="/ppt/media/image16.jpeg" Id="R8c60685d13884839" /><Relationship Type="http://schemas.openxmlformats.org/officeDocument/2006/relationships/image" Target="/ppt/media/image17.jpeg" Id="R9203516c3f2943a1" /><Relationship Type="http://schemas.openxmlformats.org/officeDocument/2006/relationships/image" Target="/ppt/media/image18.jpeg" Id="R8522dd31b85a42a4" /><Relationship Type="http://schemas.openxmlformats.org/officeDocument/2006/relationships/image" Target="/ppt/media/image19.jpeg" Id="Rbdbef4bf9cc2460f" /><Relationship Type="http://schemas.openxmlformats.org/officeDocument/2006/relationships/image" Target="/ppt/media/image20.jpeg" Id="R8e630c8c90ea4775" /><Relationship Type="http://schemas.openxmlformats.org/officeDocument/2006/relationships/image" Target="/ppt/media/image21.jpeg" Id="R1b4b9c1390a4429e" /><Relationship Type="http://schemas.openxmlformats.org/officeDocument/2006/relationships/image" Target="/ppt/media/image22.jpeg" Id="R1aeee3f1aaa040e8" /><Relationship Type="http://schemas.openxmlformats.org/officeDocument/2006/relationships/image" Target="/ppt/media/image23.jpeg" Id="Rd863e32c45d0466d" /><Relationship Type="http://schemas.openxmlformats.org/officeDocument/2006/relationships/notesSlide" Target="/ppt/notesSlides/notesSlide5.xml" Id="R41f361ef4d9b43d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2605422e57f46bf" /><Relationship Type="http://schemas.openxmlformats.org/officeDocument/2006/relationships/image" Target="/ppt/media/image24.jpeg" Id="R62ebe31142f94ad4" /><Relationship Type="http://schemas.openxmlformats.org/officeDocument/2006/relationships/image" Target="/ppt/media/image25.jpeg" Id="Ra342cb89ffbe4cc8" /><Relationship Type="http://schemas.openxmlformats.org/officeDocument/2006/relationships/image" Target="/ppt/media/image26.jpeg" Id="Rf13c8172e14c4250" /><Relationship Type="http://schemas.openxmlformats.org/officeDocument/2006/relationships/image" Target="/ppt/media/image27.jpeg" Id="Rc6743cacd1ea4f8b" /><Relationship Type="http://schemas.openxmlformats.org/officeDocument/2006/relationships/image" Target="/ppt/media/image28.jpeg" Id="R2be3b70e576645d4" /><Relationship Type="http://schemas.openxmlformats.org/officeDocument/2006/relationships/image" Target="/ppt/media/image29.jpeg" Id="R0f6bf7d6f6d045b3" /><Relationship Type="http://schemas.openxmlformats.org/officeDocument/2006/relationships/image" Target="/ppt/media/image30.jpeg" Id="R26ae7c93b84e4cb2" /><Relationship Type="http://schemas.openxmlformats.org/officeDocument/2006/relationships/image" Target="/ppt/media/image31.jpeg" Id="Rd685c31feed847ea" /><Relationship Type="http://schemas.openxmlformats.org/officeDocument/2006/relationships/image" Target="/ppt/media/image32.jpeg" Id="R9d41e627bb954983" /><Relationship Type="http://schemas.openxmlformats.org/officeDocument/2006/relationships/image" Target="/ppt/media/image33.jpeg" Id="R4b1ce56903704fd9" /><Relationship Type="http://schemas.openxmlformats.org/officeDocument/2006/relationships/notesSlide" Target="/ppt/notesSlides/notesSlide6.xml" Id="Rff8ef8e89fdd470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08f841add0e4bb2" /><Relationship Type="http://schemas.openxmlformats.org/officeDocument/2006/relationships/notesSlide" Target="/ppt/notesSlides/notesSlide7.xml" Id="Refd2f2f7658b463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ab7924945294946" /><Relationship Type="http://schemas.openxmlformats.org/officeDocument/2006/relationships/image" Target="/ppt/media/image34.jpeg" Id="R749935da1dbc4575" /><Relationship Type="http://schemas.openxmlformats.org/officeDocument/2006/relationships/notesSlide" Target="/ppt/notesSlides/notesSlide8.xml" Id="Re7ef45a29d5e4d7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classroom-title">
            <a:extLst xmlns:a="http://schemas.openxmlformats.org/drawingml/2006/main">
              <a:ext uri="{FF2B5EF4-FFF2-40B4-BE49-F238E27FC236}">
                <a16:creationId xmlns:a16="http://schemas.microsoft.com/office/drawing/2014/main" id="{7343C808-2987-4844-8B0F-EFC35A07C64F}"/>
              </a:ext>
            </a:extLst>
          </p:cNvPr>
          <p:cNvSpPr>
            <a:spLocks xmlns:a="http://schemas.openxmlformats.org/drawingml/2006/main" noGrp="1"/>
          </p:cNvSpPr>
          <p:nvPr/>
        </p:nvSpPr>
        <p:spPr>
          <a:xfrm xmlns:a="http://schemas.openxmlformats.org/drawingml/2006/main">
            <a:off x="476250" y="381000"/>
            <a:ext cx="819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600" b="1">
                <a:solidFill>
                  <a:srgbClr val="AD315B"/>
                </a:solidFill>
                <a:latin typeface="DejaVu Sans"/>
                <a:ea typeface="DejaVu Sans"/>
                <a:cs typeface="DejaVu Sans"/>
              </a:defRPr>
            </a:defPPr>
            <a:lvl1pPr>
              <a:defRPr sz="3600" b="1">
                <a:solidFill>
                  <a:srgbClr val="AD315B"/>
                </a:solidFill>
                <a:latin typeface="DejaVu Sans"/>
                <a:ea typeface="DejaVu Sans"/>
                <a:cs typeface="DejaVu Sans"/>
              </a:defRPr>
            </a:lvl1pPr>
            <a:lvl2pPr>
              <a:defRPr sz="3600" b="1">
                <a:solidFill>
                  <a:srgbClr val="AD315B"/>
                </a:solidFill>
                <a:latin typeface="DejaVu Sans"/>
                <a:ea typeface="DejaVu Sans"/>
                <a:cs typeface="DejaVu Sans"/>
              </a:defRPr>
            </a:lvl2pPr>
            <a:lvl3pPr>
              <a:defRPr sz="3600" b="1">
                <a:solidFill>
                  <a:srgbClr val="AD315B"/>
                </a:solidFill>
                <a:latin typeface="DejaVu Sans"/>
                <a:ea typeface="DejaVu Sans"/>
                <a:cs typeface="DejaVu Sans"/>
              </a:defRPr>
            </a:lvl3pPr>
            <a:lvl4pPr>
              <a:defRPr sz="3600" b="1">
                <a:solidFill>
                  <a:srgbClr val="AD315B"/>
                </a:solidFill>
                <a:latin typeface="DejaVu Sans"/>
                <a:ea typeface="DejaVu Sans"/>
                <a:cs typeface="DejaVu Sans"/>
              </a:defRPr>
            </a:lvl4pPr>
            <a:lvl5pPr>
              <a:defRPr sz="3600" b="1">
                <a:solidFill>
                  <a:srgbClr val="AD315B"/>
                </a:solidFill>
                <a:latin typeface="DejaVu Sans"/>
                <a:ea typeface="DejaVu Sans"/>
                <a:cs typeface="DejaVu Sans"/>
              </a:defRPr>
            </a:lvl5pPr>
            <a:lvl6pPr>
              <a:defRPr sz="3600" b="1">
                <a:solidFill>
                  <a:srgbClr val="AD315B"/>
                </a:solidFill>
                <a:latin typeface="DejaVu Sans"/>
                <a:ea typeface="DejaVu Sans"/>
                <a:cs typeface="DejaVu Sans"/>
              </a:defRPr>
            </a:lvl6pPr>
            <a:lvl7pPr>
              <a:defRPr sz="3600" b="1">
                <a:solidFill>
                  <a:srgbClr val="AD315B"/>
                </a:solidFill>
                <a:latin typeface="DejaVu Sans"/>
                <a:ea typeface="DejaVu Sans"/>
                <a:cs typeface="DejaVu Sans"/>
              </a:defRPr>
            </a:lvl7pPr>
            <a:lvl8pPr>
              <a:defRPr sz="3600" b="1">
                <a:solidFill>
                  <a:srgbClr val="AD315B"/>
                </a:solidFill>
                <a:latin typeface="DejaVu Sans"/>
                <a:ea typeface="DejaVu Sans"/>
                <a:cs typeface="DejaVu Sans"/>
              </a:defRPr>
            </a:lvl8pPr>
            <a:lvl9pPr>
              <a:defRPr sz="3600" b="1">
                <a:solidFill>
                  <a:srgbClr val="AD315B"/>
                </a:solidFill>
                <a:latin typeface="DejaVu Sans"/>
                <a:ea typeface="DejaVu Sans"/>
                <a:cs typeface="DejaVu Sans"/>
              </a:defRPr>
            </a:lvl9pPr>
          </a:lstStyle>
          <a:p xmlns:a="http://schemas.openxmlformats.org/drawingml/2006/main">
            <a:pPr>
              <a:defRPr sz="3600" b="1">
                <a:solidFill>
                  <a:srgbClr val="AD315B"/>
                </a:solidFill>
                <a:latin typeface="DejaVu Sans"/>
                <a:ea typeface="DejaVu Sans"/>
                <a:cs typeface="DejaVu Sans"/>
              </a:defRPr>
            </a:pPr>
            <a:r>
              <a:rPr sz="3600" b="1">
                <a:solidFill>
                  <a:srgbClr val="AD315B"/>
                </a:solidFill>
                <a:latin typeface="DejaVu Sans"/>
                <a:ea typeface="DejaVu Sans"/>
                <a:cs typeface="DejaVu Sans"/>
              </a:rPr>
              <a:t>One more, one less</a:t>
            </a:r>
          </a:p>
        </p:txBody>
      </p:sp>
      <p:sp>
        <p:nvSpPr>
          <p:cNvPr id="2" name="classroom-body">
            <a:extLst xmlns:a="http://schemas.openxmlformats.org/drawingml/2006/main">
              <a:ext uri="{FF2B5EF4-FFF2-40B4-BE49-F238E27FC236}">
                <a16:creationId xmlns:a16="http://schemas.microsoft.com/office/drawing/2014/main" id="{D4D11E8D-140C-494B-A315-24B42E5493DC}"/>
              </a:ext>
            </a:extLst>
          </p:cNvPr>
          <p:cNvSpPr>
            <a:spLocks xmlns:a="http://schemas.openxmlformats.org/drawingml/2006/main" noGrp="1"/>
          </p:cNvSpPr>
          <p:nvPr/>
        </p:nvSpPr>
        <p:spPr>
          <a:xfrm xmlns:a="http://schemas.openxmlformats.org/drawingml/2006/main">
            <a:off x="523875" y="1619250"/>
            <a:ext cx="41910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550" b="0">
                <a:solidFill>
                  <a:srgbClr val="35334D"/>
                </a:solidFill>
                <a:latin typeface="DejaVu Sans"/>
                <a:ea typeface="DejaVu Sans"/>
                <a:cs typeface="DejaVu Sans"/>
              </a:defRPr>
            </a:defPPr>
            <a:lvl1pPr>
              <a:defRPr sz="2550" b="0">
                <a:solidFill>
                  <a:srgbClr val="35334D"/>
                </a:solidFill>
                <a:latin typeface="DejaVu Sans"/>
                <a:ea typeface="DejaVu Sans"/>
                <a:cs typeface="DejaVu Sans"/>
              </a:defRPr>
            </a:lvl1pPr>
            <a:lvl2pPr>
              <a:defRPr sz="2550" b="0">
                <a:solidFill>
                  <a:srgbClr val="35334D"/>
                </a:solidFill>
                <a:latin typeface="DejaVu Sans"/>
                <a:ea typeface="DejaVu Sans"/>
                <a:cs typeface="DejaVu Sans"/>
              </a:defRPr>
            </a:lvl2pPr>
            <a:lvl3pPr>
              <a:defRPr sz="2550" b="0">
                <a:solidFill>
                  <a:srgbClr val="35334D"/>
                </a:solidFill>
                <a:latin typeface="DejaVu Sans"/>
                <a:ea typeface="DejaVu Sans"/>
                <a:cs typeface="DejaVu Sans"/>
              </a:defRPr>
            </a:lvl3pPr>
            <a:lvl4pPr>
              <a:defRPr sz="2550" b="0">
                <a:solidFill>
                  <a:srgbClr val="35334D"/>
                </a:solidFill>
                <a:latin typeface="DejaVu Sans"/>
                <a:ea typeface="DejaVu Sans"/>
                <a:cs typeface="DejaVu Sans"/>
              </a:defRPr>
            </a:lvl4pPr>
            <a:lvl5pPr>
              <a:defRPr sz="2550" b="0">
                <a:solidFill>
                  <a:srgbClr val="35334D"/>
                </a:solidFill>
                <a:latin typeface="DejaVu Sans"/>
                <a:ea typeface="DejaVu Sans"/>
                <a:cs typeface="DejaVu Sans"/>
              </a:defRPr>
            </a:lvl5pPr>
            <a:lvl6pPr>
              <a:defRPr sz="2550" b="0">
                <a:solidFill>
                  <a:srgbClr val="35334D"/>
                </a:solidFill>
                <a:latin typeface="DejaVu Sans"/>
                <a:ea typeface="DejaVu Sans"/>
                <a:cs typeface="DejaVu Sans"/>
              </a:defRPr>
            </a:lvl6pPr>
            <a:lvl7pPr>
              <a:defRPr sz="2550" b="0">
                <a:solidFill>
                  <a:srgbClr val="35334D"/>
                </a:solidFill>
                <a:latin typeface="DejaVu Sans"/>
                <a:ea typeface="DejaVu Sans"/>
                <a:cs typeface="DejaVu Sans"/>
              </a:defRPr>
            </a:lvl7pPr>
            <a:lvl8pPr>
              <a:defRPr sz="2550" b="0">
                <a:solidFill>
                  <a:srgbClr val="35334D"/>
                </a:solidFill>
                <a:latin typeface="DejaVu Sans"/>
                <a:ea typeface="DejaVu Sans"/>
                <a:cs typeface="DejaVu Sans"/>
              </a:defRPr>
            </a:lvl8pPr>
            <a:lvl9pPr>
              <a:defRPr sz="2550" b="0">
                <a:solidFill>
                  <a:srgbClr val="35334D"/>
                </a:solidFill>
                <a:latin typeface="DejaVu Sans"/>
                <a:ea typeface="DejaVu Sans"/>
                <a:cs typeface="DejaVu Sans"/>
              </a:defRPr>
            </a:lvl9pPr>
          </a:lstStyle>
          <a:p xmlns:a="http://schemas.openxmlformats.org/drawingml/2006/main">
            <a:pPr>
              <a:defRPr sz="2550" b="0">
                <a:solidFill>
                  <a:srgbClr val="35334D"/>
                </a:solidFill>
                <a:latin typeface="DejaVu Sans"/>
                <a:ea typeface="DejaVu Sans"/>
                <a:cs typeface="DejaVu Sans"/>
              </a:defRPr>
            </a:pPr>
            <a:r>
              <a:rPr sz="2550" b="0">
                <a:solidFill>
                  <a:srgbClr val="35334D"/>
                </a:solidFill>
                <a:latin typeface="DejaVu Sans"/>
                <a:ea typeface="DejaVu Sans"/>
                <a:cs typeface="DejaVu Sans"/>
              </a:rPr>
              <a:t>It’s Teddy’s birthday!</a:t>
            </a:r>
          </a:p>
          <a:p xmlns:a="http://schemas.openxmlformats.org/drawingml/2006/main">
            <a:r>
              <a:t/>
            </a:r>
          </a:p>
          <a:p xmlns:a="http://schemas.openxmlformats.org/drawingml/2006/main">
            <a:pPr>
              <a:defRPr sz="2550" b="0">
                <a:solidFill>
                  <a:srgbClr val="35334D"/>
                </a:solidFill>
                <a:latin typeface="DejaVu Sans"/>
                <a:ea typeface="DejaVu Sans"/>
                <a:cs typeface="DejaVu Sans"/>
              </a:defRPr>
            </a:pPr>
            <a:r>
              <a:rPr sz="2550" b="0">
                <a:solidFill>
                  <a:srgbClr val="35334D"/>
                </a:solidFill>
                <a:latin typeface="DejaVu Sans"/>
                <a:ea typeface="DejaVu Sans"/>
                <a:cs typeface="DejaVu Sans"/>
              </a:rPr>
              <a:t>Let’s help with the party.</a:t>
            </a:r>
          </a:p>
          <a:p xmlns:a="http://schemas.openxmlformats.org/drawingml/2006/main">
            <a:pPr>
              <a:defRPr sz="2550" b="0">
                <a:solidFill>
                  <a:srgbClr val="35334D"/>
                </a:solidFill>
                <a:latin typeface="DejaVu Sans"/>
                <a:ea typeface="DejaVu Sans"/>
                <a:cs typeface="DejaVu Sans"/>
              </a:defRPr>
            </a:pPr>
            <a:r>
              <a:rPr sz="2550" b="0">
                <a:solidFill>
                  <a:srgbClr val="35334D"/>
                </a:solidFill>
                <a:latin typeface="DejaVu Sans"/>
                <a:ea typeface="DejaVu Sans"/>
                <a:cs typeface="DejaVu Sans"/>
              </a:rPr>
              <a:t>Find one more.</a:t>
            </a:r>
          </a:p>
          <a:p xmlns:a="http://schemas.openxmlformats.org/drawingml/2006/main">
            <a:pPr>
              <a:defRPr sz="2550" b="0">
                <a:solidFill>
                  <a:srgbClr val="35334D"/>
                </a:solidFill>
                <a:latin typeface="DejaVu Sans"/>
                <a:ea typeface="DejaVu Sans"/>
                <a:cs typeface="DejaVu Sans"/>
              </a:defRPr>
            </a:pPr>
            <a:r>
              <a:rPr sz="2550" b="0">
                <a:solidFill>
                  <a:srgbClr val="35334D"/>
                </a:solidFill>
                <a:latin typeface="DejaVu Sans"/>
                <a:ea typeface="DejaVu Sans"/>
                <a:cs typeface="DejaVu Sans"/>
              </a:rPr>
              <a:t>Find one less.</a:t>
            </a:r>
          </a:p>
        </p:txBody>
      </p:sp>
      <p:pic>
        <p:nvPicPr>
          <p:cNvPr id="3" name="">
            <a:extLst xmlns:a="http://schemas.openxmlformats.org/drawingml/2006/main">
              <a:ext uri="{FF2B5EF4-FFF2-40B4-BE49-F238E27FC236}">
                <a16:creationId xmlns:a16="http://schemas.microsoft.com/office/drawing/2014/main" id="{9ADC3475-0890-4194-97F7-7DBD21A2800D}"/>
              </a:ext>
            </a:extLst>
          </p:cNvPr>
          <p:cNvPicPr>
            <a:picLocks xmlns:a="http://schemas.openxmlformats.org/drawingml/2006/main" noChangeAspect="1"/>
          </p:cNvPicPr>
          <p:nvPr/>
        </p:nvPicPr>
        <p:blipFill>
          <a:blip xmlns:r="http://schemas.openxmlformats.org/officeDocument/2006/relationships" xmlns:a="http://schemas.openxmlformats.org/drawingml/2006/main" r:embed="R5da17b1802e54d23"/>
          <a:stretch xmlns:a="http://schemas.openxmlformats.org/drawingml/2006/main"/>
        </p:blipFill>
        <p:spPr>
          <a:xfrm xmlns:a="http://schemas.openxmlformats.org/drawingml/2006/main">
            <a:off x="4953000" y="1047750"/>
            <a:ext cx="3714750" cy="3714750"/>
          </a:xfrm>
          <a:prstGeom xmlns:a="http://schemas.openxmlformats.org/drawingml/2006/main" prst="rect">
            <a:avLst/>
          </a:prstGeom>
        </p:spPr>
      </p:pic>
      <p:sp>
        <p:nvSpPr>
          <p:cNvPr id="4" name="classroom-year">
            <a:extLst xmlns:a="http://schemas.openxmlformats.org/drawingml/2006/main">
              <a:ext uri="{FF2B5EF4-FFF2-40B4-BE49-F238E27FC236}">
                <a16:creationId xmlns:a16="http://schemas.microsoft.com/office/drawing/2014/main" id="{3EAF6CBD-F782-43AC-A715-B827F8387FEF}"/>
              </a:ext>
            </a:extLst>
          </p:cNvPr>
          <p:cNvSpPr>
            <a:spLocks xmlns:a="http://schemas.openxmlformats.org/drawingml/2006/main" noGrp="1"/>
          </p:cNvSpPr>
          <p:nvPr/>
        </p:nvSpPr>
        <p:spPr>
          <a:xfrm xmlns:a="http://schemas.openxmlformats.org/drawingml/2006/main">
            <a:off x="523875" y="4524375"/>
            <a:ext cx="3810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650" b="0">
                <a:solidFill>
                  <a:srgbClr val="35334D"/>
                </a:solidFill>
                <a:latin typeface="DejaVu Sans"/>
                <a:ea typeface="DejaVu Sans"/>
                <a:cs typeface="DejaVu Sans"/>
              </a:defRPr>
            </a:defPPr>
            <a:lvl1pPr>
              <a:defRPr sz="1650" b="0">
                <a:solidFill>
                  <a:srgbClr val="35334D"/>
                </a:solidFill>
                <a:latin typeface="DejaVu Sans"/>
                <a:ea typeface="DejaVu Sans"/>
                <a:cs typeface="DejaVu Sans"/>
              </a:defRPr>
            </a:lvl1pPr>
            <a:lvl2pPr>
              <a:defRPr sz="1650" b="0">
                <a:solidFill>
                  <a:srgbClr val="35334D"/>
                </a:solidFill>
                <a:latin typeface="DejaVu Sans"/>
                <a:ea typeface="DejaVu Sans"/>
                <a:cs typeface="DejaVu Sans"/>
              </a:defRPr>
            </a:lvl2pPr>
            <a:lvl3pPr>
              <a:defRPr sz="1650" b="0">
                <a:solidFill>
                  <a:srgbClr val="35334D"/>
                </a:solidFill>
                <a:latin typeface="DejaVu Sans"/>
                <a:ea typeface="DejaVu Sans"/>
                <a:cs typeface="DejaVu Sans"/>
              </a:defRPr>
            </a:lvl3pPr>
            <a:lvl4pPr>
              <a:defRPr sz="1650" b="0">
                <a:solidFill>
                  <a:srgbClr val="35334D"/>
                </a:solidFill>
                <a:latin typeface="DejaVu Sans"/>
                <a:ea typeface="DejaVu Sans"/>
                <a:cs typeface="DejaVu Sans"/>
              </a:defRPr>
            </a:lvl4pPr>
            <a:lvl5pPr>
              <a:defRPr sz="1650" b="0">
                <a:solidFill>
                  <a:srgbClr val="35334D"/>
                </a:solidFill>
                <a:latin typeface="DejaVu Sans"/>
                <a:ea typeface="DejaVu Sans"/>
                <a:cs typeface="DejaVu Sans"/>
              </a:defRPr>
            </a:lvl5pPr>
            <a:lvl6pPr>
              <a:defRPr sz="1650" b="0">
                <a:solidFill>
                  <a:srgbClr val="35334D"/>
                </a:solidFill>
                <a:latin typeface="DejaVu Sans"/>
                <a:ea typeface="DejaVu Sans"/>
                <a:cs typeface="DejaVu Sans"/>
              </a:defRPr>
            </a:lvl6pPr>
            <a:lvl7pPr>
              <a:defRPr sz="1650" b="0">
                <a:solidFill>
                  <a:srgbClr val="35334D"/>
                </a:solidFill>
                <a:latin typeface="DejaVu Sans"/>
                <a:ea typeface="DejaVu Sans"/>
                <a:cs typeface="DejaVu Sans"/>
              </a:defRPr>
            </a:lvl7pPr>
            <a:lvl8pPr>
              <a:defRPr sz="1650" b="0">
                <a:solidFill>
                  <a:srgbClr val="35334D"/>
                </a:solidFill>
                <a:latin typeface="DejaVu Sans"/>
                <a:ea typeface="DejaVu Sans"/>
                <a:cs typeface="DejaVu Sans"/>
              </a:defRPr>
            </a:lvl8pPr>
            <a:lvl9pPr>
              <a:defRPr sz="1650" b="0">
                <a:solidFill>
                  <a:srgbClr val="35334D"/>
                </a:solidFill>
                <a:latin typeface="DejaVu Sans"/>
                <a:ea typeface="DejaVu Sans"/>
                <a:cs typeface="DejaVu Sans"/>
              </a:defRPr>
            </a:lvl9pPr>
          </a:lstStyle>
          <a:p xmlns:a="http://schemas.openxmlformats.org/drawingml/2006/main">
            <a:pPr>
              <a:defRPr sz="1650" b="0">
                <a:solidFill>
                  <a:srgbClr val="35334D"/>
                </a:solidFill>
                <a:latin typeface="DejaVu Sans"/>
                <a:ea typeface="DejaVu Sans"/>
                <a:cs typeface="DejaVu Sans"/>
              </a:defRPr>
            </a:pPr>
            <a:r>
              <a:rPr sz="1650" b="0">
                <a:solidFill>
                  <a:srgbClr val="35334D"/>
                </a:solidFill>
                <a:latin typeface="DejaVu Sans"/>
                <a:ea typeface="DejaVu Sans"/>
                <a:cs typeface="DejaVu Sans"/>
              </a:rPr>
              <a:t>Year 2 Mathematics</a:t>
            </a:r>
          </a:p>
        </p:txBody>
      </p:sp>
      <p:sp>
        <p:nvSpPr>
          <p:cNvPr id="5" name="classroom-page">
            <a:extLst xmlns:a="http://schemas.openxmlformats.org/drawingml/2006/main">
              <a:ext uri="{FF2B5EF4-FFF2-40B4-BE49-F238E27FC236}">
                <a16:creationId xmlns:a16="http://schemas.microsoft.com/office/drawing/2014/main" id="{C4EC57C6-BA00-445E-9DC7-66CB45C7DBFD}"/>
              </a:ext>
            </a:extLst>
          </p:cNvPr>
          <p:cNvSpPr>
            <a:spLocks xmlns:a="http://schemas.openxmlformats.org/drawingml/2006/main" noGrp="1"/>
          </p:cNvSpPr>
          <p:nvPr/>
        </p:nvSpPr>
        <p:spPr>
          <a:xfrm xmlns:a="http://schemas.openxmlformats.org/drawingml/2006/main">
            <a:off x="8429625" y="48768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75" b="0">
                <a:solidFill>
                  <a:srgbClr val="35334D"/>
                </a:solidFill>
                <a:latin typeface="DejaVu Sans"/>
                <a:ea typeface="DejaVu Sans"/>
                <a:cs typeface="DejaVu Sans"/>
              </a:defRPr>
            </a:defPPr>
            <a:lvl1pPr>
              <a:defRPr sz="975" b="0">
                <a:solidFill>
                  <a:srgbClr val="35334D"/>
                </a:solidFill>
                <a:latin typeface="DejaVu Sans"/>
                <a:ea typeface="DejaVu Sans"/>
                <a:cs typeface="DejaVu Sans"/>
              </a:defRPr>
            </a:lvl1pPr>
            <a:lvl2pPr>
              <a:defRPr sz="975" b="0">
                <a:solidFill>
                  <a:srgbClr val="35334D"/>
                </a:solidFill>
                <a:latin typeface="DejaVu Sans"/>
                <a:ea typeface="DejaVu Sans"/>
                <a:cs typeface="DejaVu Sans"/>
              </a:defRPr>
            </a:lvl2pPr>
            <a:lvl3pPr>
              <a:defRPr sz="975" b="0">
                <a:solidFill>
                  <a:srgbClr val="35334D"/>
                </a:solidFill>
                <a:latin typeface="DejaVu Sans"/>
                <a:ea typeface="DejaVu Sans"/>
                <a:cs typeface="DejaVu Sans"/>
              </a:defRPr>
            </a:lvl3pPr>
            <a:lvl4pPr>
              <a:defRPr sz="975" b="0">
                <a:solidFill>
                  <a:srgbClr val="35334D"/>
                </a:solidFill>
                <a:latin typeface="DejaVu Sans"/>
                <a:ea typeface="DejaVu Sans"/>
                <a:cs typeface="DejaVu Sans"/>
              </a:defRPr>
            </a:lvl4pPr>
            <a:lvl5pPr>
              <a:defRPr sz="975" b="0">
                <a:solidFill>
                  <a:srgbClr val="35334D"/>
                </a:solidFill>
                <a:latin typeface="DejaVu Sans"/>
                <a:ea typeface="DejaVu Sans"/>
                <a:cs typeface="DejaVu Sans"/>
              </a:defRPr>
            </a:lvl5pPr>
            <a:lvl6pPr>
              <a:defRPr sz="975" b="0">
                <a:solidFill>
                  <a:srgbClr val="35334D"/>
                </a:solidFill>
                <a:latin typeface="DejaVu Sans"/>
                <a:ea typeface="DejaVu Sans"/>
                <a:cs typeface="DejaVu Sans"/>
              </a:defRPr>
            </a:lvl6pPr>
            <a:lvl7pPr>
              <a:defRPr sz="975" b="0">
                <a:solidFill>
                  <a:srgbClr val="35334D"/>
                </a:solidFill>
                <a:latin typeface="DejaVu Sans"/>
                <a:ea typeface="DejaVu Sans"/>
                <a:cs typeface="DejaVu Sans"/>
              </a:defRPr>
            </a:lvl7pPr>
            <a:lvl8pPr>
              <a:defRPr sz="975" b="0">
                <a:solidFill>
                  <a:srgbClr val="35334D"/>
                </a:solidFill>
                <a:latin typeface="DejaVu Sans"/>
                <a:ea typeface="DejaVu Sans"/>
                <a:cs typeface="DejaVu Sans"/>
              </a:defRPr>
            </a:lvl8pPr>
            <a:lvl9pPr>
              <a:defRPr sz="975" b="0">
                <a:solidFill>
                  <a:srgbClr val="35334D"/>
                </a:solidFill>
                <a:latin typeface="DejaVu Sans"/>
                <a:ea typeface="DejaVu Sans"/>
                <a:cs typeface="DejaVu Sans"/>
              </a:defRPr>
            </a:lvl9pPr>
          </a:lstStyle>
          <a:p xmlns:a="http://schemas.openxmlformats.org/drawingml/2006/main">
            <a:pPr>
              <a:defRPr sz="975" b="0">
                <a:solidFill>
                  <a:srgbClr val="35334D"/>
                </a:solidFill>
                <a:latin typeface="DejaVu Sans"/>
                <a:ea typeface="DejaVu Sans"/>
                <a:cs typeface="DejaVu Sans"/>
              </a:defRPr>
            </a:pPr>
            <a:r>
              <a:rPr sz="975" b="0">
                <a:solidFill>
                  <a:srgbClr val="35334D"/>
                </a:solidFill>
                <a:latin typeface="DejaVu Sans"/>
                <a:ea typeface="DejaVu Sans"/>
                <a:cs typeface="DejaVu Sans"/>
              </a:rPr>
              <a:t>1 / 8</a:t>
            </a:r>
          </a:p>
        </p:txBody>
      </p:sp>
    </p:spTree>
    <p:extLst>
      <p:ext uri="{BB962C8B-B14F-4D97-AF65-F5344CB8AC3E}">
        <p14:creationId xmlns:p14="http://schemas.microsoft.com/office/powerpoint/2010/main" val="816930793"/>
      </p:ext>
    </p:extLst>
  </p:cSld>
  <p:transition>
    <p:fade/>
  </p:transition>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classroom-title">
            <a:extLst xmlns:a="http://schemas.openxmlformats.org/drawingml/2006/main">
              <a:ext uri="{FF2B5EF4-FFF2-40B4-BE49-F238E27FC236}">
                <a16:creationId xmlns:a16="http://schemas.microsoft.com/office/drawing/2014/main" id="{9CD225BD-DDDB-49D3-8474-2BD39C3977FE}"/>
              </a:ext>
            </a:extLst>
          </p:cNvPr>
          <p:cNvSpPr>
            <a:spLocks xmlns:a="http://schemas.openxmlformats.org/drawingml/2006/main" noGrp="1"/>
          </p:cNvSpPr>
          <p:nvPr/>
        </p:nvSpPr>
        <p:spPr>
          <a:xfrm xmlns:a="http://schemas.openxmlformats.org/drawingml/2006/main">
            <a:off x="476250" y="333375"/>
            <a:ext cx="8191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300" b="1">
                <a:solidFill>
                  <a:srgbClr val="AD315B"/>
                </a:solidFill>
                <a:latin typeface="DejaVu Sans"/>
                <a:ea typeface="DejaVu Sans"/>
                <a:cs typeface="DejaVu Sans"/>
              </a:defRPr>
            </a:defPPr>
            <a:lvl1pPr>
              <a:defRPr sz="3300" b="1">
                <a:solidFill>
                  <a:srgbClr val="AD315B"/>
                </a:solidFill>
                <a:latin typeface="DejaVu Sans"/>
                <a:ea typeface="DejaVu Sans"/>
                <a:cs typeface="DejaVu Sans"/>
              </a:defRPr>
            </a:lvl1pPr>
            <a:lvl2pPr>
              <a:defRPr sz="3300" b="1">
                <a:solidFill>
                  <a:srgbClr val="AD315B"/>
                </a:solidFill>
                <a:latin typeface="DejaVu Sans"/>
                <a:ea typeface="DejaVu Sans"/>
                <a:cs typeface="DejaVu Sans"/>
              </a:defRPr>
            </a:lvl2pPr>
            <a:lvl3pPr>
              <a:defRPr sz="3300" b="1">
                <a:solidFill>
                  <a:srgbClr val="AD315B"/>
                </a:solidFill>
                <a:latin typeface="DejaVu Sans"/>
                <a:ea typeface="DejaVu Sans"/>
                <a:cs typeface="DejaVu Sans"/>
              </a:defRPr>
            </a:lvl3pPr>
            <a:lvl4pPr>
              <a:defRPr sz="3300" b="1">
                <a:solidFill>
                  <a:srgbClr val="AD315B"/>
                </a:solidFill>
                <a:latin typeface="DejaVu Sans"/>
                <a:ea typeface="DejaVu Sans"/>
                <a:cs typeface="DejaVu Sans"/>
              </a:defRPr>
            </a:lvl4pPr>
            <a:lvl5pPr>
              <a:defRPr sz="3300" b="1">
                <a:solidFill>
                  <a:srgbClr val="AD315B"/>
                </a:solidFill>
                <a:latin typeface="DejaVu Sans"/>
                <a:ea typeface="DejaVu Sans"/>
                <a:cs typeface="DejaVu Sans"/>
              </a:defRPr>
            </a:lvl5pPr>
            <a:lvl6pPr>
              <a:defRPr sz="3300" b="1">
                <a:solidFill>
                  <a:srgbClr val="AD315B"/>
                </a:solidFill>
                <a:latin typeface="DejaVu Sans"/>
                <a:ea typeface="DejaVu Sans"/>
                <a:cs typeface="DejaVu Sans"/>
              </a:defRPr>
            </a:lvl6pPr>
            <a:lvl7pPr>
              <a:defRPr sz="3300" b="1">
                <a:solidFill>
                  <a:srgbClr val="AD315B"/>
                </a:solidFill>
                <a:latin typeface="DejaVu Sans"/>
                <a:ea typeface="DejaVu Sans"/>
                <a:cs typeface="DejaVu Sans"/>
              </a:defRPr>
            </a:lvl7pPr>
            <a:lvl8pPr>
              <a:defRPr sz="3300" b="1">
                <a:solidFill>
                  <a:srgbClr val="AD315B"/>
                </a:solidFill>
                <a:latin typeface="DejaVu Sans"/>
                <a:ea typeface="DejaVu Sans"/>
                <a:cs typeface="DejaVu Sans"/>
              </a:defRPr>
            </a:lvl8pPr>
            <a:lvl9pPr>
              <a:defRPr sz="3300" b="1">
                <a:solidFill>
                  <a:srgbClr val="AD315B"/>
                </a:solidFill>
                <a:latin typeface="DejaVu Sans"/>
                <a:ea typeface="DejaVu Sans"/>
                <a:cs typeface="DejaVu Sans"/>
              </a:defRPr>
            </a:lvl9pPr>
          </a:lstStyle>
          <a:p xmlns:a="http://schemas.openxmlformats.org/drawingml/2006/main">
            <a:pPr>
              <a:defRPr sz="3300" b="1">
                <a:solidFill>
                  <a:srgbClr val="AD315B"/>
                </a:solidFill>
                <a:latin typeface="DejaVu Sans"/>
                <a:ea typeface="DejaVu Sans"/>
                <a:cs typeface="DejaVu Sans"/>
              </a:defRPr>
            </a:pPr>
            <a:r>
              <a:rPr sz="3300" b="1">
                <a:solidFill>
                  <a:srgbClr val="AD315B"/>
                </a:solidFill>
                <a:latin typeface="DejaVu Sans"/>
                <a:ea typeface="DejaVu Sans"/>
                <a:cs typeface="DejaVu Sans"/>
              </a:rPr>
              <a:t>One more balloon</a:t>
            </a:r>
          </a:p>
        </p:txBody>
      </p:sp>
      <p:sp>
        <p:nvSpPr>
          <p:cNvPr id="2" name="classroom-body">
            <a:extLst xmlns:a="http://schemas.openxmlformats.org/drawingml/2006/main">
              <a:ext uri="{FF2B5EF4-FFF2-40B4-BE49-F238E27FC236}">
                <a16:creationId xmlns:a16="http://schemas.microsoft.com/office/drawing/2014/main" id="{AA0CA20D-7359-4C82-ADB9-00D00BD87505}"/>
              </a:ext>
            </a:extLst>
          </p:cNvPr>
          <p:cNvSpPr>
            <a:spLocks xmlns:a="http://schemas.openxmlformats.org/drawingml/2006/main" noGrp="1"/>
          </p:cNvSpPr>
          <p:nvPr/>
        </p:nvSpPr>
        <p:spPr>
          <a:xfrm xmlns:a="http://schemas.openxmlformats.org/drawingml/2006/main">
            <a:off x="523875" y="1095375"/>
            <a:ext cx="8096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325" b="0">
                <a:solidFill>
                  <a:srgbClr val="35334D"/>
                </a:solidFill>
                <a:latin typeface="DejaVu Sans"/>
                <a:ea typeface="DejaVu Sans"/>
                <a:cs typeface="DejaVu Sans"/>
              </a:defRPr>
            </a:defPPr>
            <a:lvl1pPr>
              <a:defRPr sz="2325" b="0">
                <a:solidFill>
                  <a:srgbClr val="35334D"/>
                </a:solidFill>
                <a:latin typeface="DejaVu Sans"/>
                <a:ea typeface="DejaVu Sans"/>
                <a:cs typeface="DejaVu Sans"/>
              </a:defRPr>
            </a:lvl1pPr>
            <a:lvl2pPr>
              <a:defRPr sz="2325" b="0">
                <a:solidFill>
                  <a:srgbClr val="35334D"/>
                </a:solidFill>
                <a:latin typeface="DejaVu Sans"/>
                <a:ea typeface="DejaVu Sans"/>
                <a:cs typeface="DejaVu Sans"/>
              </a:defRPr>
            </a:lvl2pPr>
            <a:lvl3pPr>
              <a:defRPr sz="2325" b="0">
                <a:solidFill>
                  <a:srgbClr val="35334D"/>
                </a:solidFill>
                <a:latin typeface="DejaVu Sans"/>
                <a:ea typeface="DejaVu Sans"/>
                <a:cs typeface="DejaVu Sans"/>
              </a:defRPr>
            </a:lvl3pPr>
            <a:lvl4pPr>
              <a:defRPr sz="2325" b="0">
                <a:solidFill>
                  <a:srgbClr val="35334D"/>
                </a:solidFill>
                <a:latin typeface="DejaVu Sans"/>
                <a:ea typeface="DejaVu Sans"/>
                <a:cs typeface="DejaVu Sans"/>
              </a:defRPr>
            </a:lvl4pPr>
            <a:lvl5pPr>
              <a:defRPr sz="2325" b="0">
                <a:solidFill>
                  <a:srgbClr val="35334D"/>
                </a:solidFill>
                <a:latin typeface="DejaVu Sans"/>
                <a:ea typeface="DejaVu Sans"/>
                <a:cs typeface="DejaVu Sans"/>
              </a:defRPr>
            </a:lvl5pPr>
            <a:lvl6pPr>
              <a:defRPr sz="2325" b="0">
                <a:solidFill>
                  <a:srgbClr val="35334D"/>
                </a:solidFill>
                <a:latin typeface="DejaVu Sans"/>
                <a:ea typeface="DejaVu Sans"/>
                <a:cs typeface="DejaVu Sans"/>
              </a:defRPr>
            </a:lvl6pPr>
            <a:lvl7pPr>
              <a:defRPr sz="2325" b="0">
                <a:solidFill>
                  <a:srgbClr val="35334D"/>
                </a:solidFill>
                <a:latin typeface="DejaVu Sans"/>
                <a:ea typeface="DejaVu Sans"/>
                <a:cs typeface="DejaVu Sans"/>
              </a:defRPr>
            </a:lvl7pPr>
            <a:lvl8pPr>
              <a:defRPr sz="2325" b="0">
                <a:solidFill>
                  <a:srgbClr val="35334D"/>
                </a:solidFill>
                <a:latin typeface="DejaVu Sans"/>
                <a:ea typeface="DejaVu Sans"/>
                <a:cs typeface="DejaVu Sans"/>
              </a:defRPr>
            </a:lvl8pPr>
            <a:lvl9pPr>
              <a:defRPr sz="2325" b="0">
                <a:solidFill>
                  <a:srgbClr val="35334D"/>
                </a:solidFill>
                <a:latin typeface="DejaVu Sans"/>
                <a:ea typeface="DejaVu Sans"/>
                <a:cs typeface="DejaVu Sans"/>
              </a:defRPr>
            </a:lvl9pPr>
          </a:lstStyle>
          <a:p xmlns:a="http://schemas.openxmlformats.org/drawingml/2006/main">
            <a:pPr>
              <a:defRPr sz="2325" b="0">
                <a:solidFill>
                  <a:srgbClr val="35334D"/>
                </a:solidFill>
                <a:latin typeface="DejaVu Sans"/>
                <a:ea typeface="DejaVu Sans"/>
                <a:cs typeface="DejaVu Sans"/>
              </a:defRPr>
            </a:pPr>
            <a:r>
              <a:rPr sz="2325" b="0">
                <a:solidFill>
                  <a:srgbClr val="35334D"/>
                </a:solidFill>
                <a:latin typeface="DejaVu Sans"/>
                <a:ea typeface="DejaVu Sans"/>
                <a:cs typeface="DejaVu Sans"/>
              </a:rPr>
              <a:t>Teddy has 5 balloons.</a:t>
            </a:r>
          </a:p>
          <a:p xmlns:a="http://schemas.openxmlformats.org/drawingml/2006/main">
            <a:pPr>
              <a:defRPr sz="2325" b="0">
                <a:solidFill>
                  <a:srgbClr val="35334D"/>
                </a:solidFill>
                <a:latin typeface="DejaVu Sans"/>
                <a:ea typeface="DejaVu Sans"/>
                <a:cs typeface="DejaVu Sans"/>
              </a:defRPr>
            </a:pPr>
            <a:r>
              <a:rPr sz="2325" b="0">
                <a:solidFill>
                  <a:srgbClr val="35334D"/>
                </a:solidFill>
                <a:latin typeface="DejaVu Sans"/>
                <a:ea typeface="DejaVu Sans"/>
                <a:cs typeface="DejaVu Sans"/>
              </a:rPr>
              <a:t>Add 1 more. How many now?</a:t>
            </a:r>
          </a:p>
        </p:txBody>
      </p:sp>
      <p:pic>
        <p:nvPicPr>
          <p:cNvPr id="3" name="">
            <a:extLst xmlns:a="http://schemas.openxmlformats.org/drawingml/2006/main">
              <a:ext uri="{FF2B5EF4-FFF2-40B4-BE49-F238E27FC236}">
                <a16:creationId xmlns:a16="http://schemas.microsoft.com/office/drawing/2014/main" id="{2F89075A-F4B9-414A-A383-2A47B7FEC34E}"/>
              </a:ext>
            </a:extLst>
          </p:cNvPr>
          <p:cNvPicPr>
            <a:picLocks xmlns:a="http://schemas.openxmlformats.org/drawingml/2006/main" noChangeAspect="1"/>
          </p:cNvPicPr>
          <p:nvPr/>
        </p:nvPicPr>
        <p:blipFill>
          <a:blip xmlns:r="http://schemas.openxmlformats.org/officeDocument/2006/relationships" xmlns:a="http://schemas.openxmlformats.org/drawingml/2006/main" r:embed="R3b27b29069ab41ba"/>
          <a:stretch xmlns:a="http://schemas.openxmlformats.org/drawingml/2006/main"/>
        </p:blipFill>
        <p:spPr>
          <a:xfrm xmlns:a="http://schemas.openxmlformats.org/drawingml/2006/main">
            <a:off x="666750" y="2095500"/>
            <a:ext cx="762000" cy="7620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DB8CE9AB-0D80-45A0-8312-2BBDD5EC50CA}"/>
              </a:ext>
            </a:extLst>
          </p:cNvPr>
          <p:cNvPicPr>
            <a:picLocks xmlns:a="http://schemas.openxmlformats.org/drawingml/2006/main" noChangeAspect="1"/>
          </p:cNvPicPr>
          <p:nvPr/>
        </p:nvPicPr>
        <p:blipFill>
          <a:blip xmlns:r="http://schemas.openxmlformats.org/officeDocument/2006/relationships" xmlns:a="http://schemas.openxmlformats.org/drawingml/2006/main" r:embed="Rd0551e6c25934e57"/>
          <a:stretch xmlns:a="http://schemas.openxmlformats.org/drawingml/2006/main"/>
        </p:blipFill>
        <p:spPr>
          <a:xfrm xmlns:a="http://schemas.openxmlformats.org/drawingml/2006/main">
            <a:off x="1666875" y="2095500"/>
            <a:ext cx="762000" cy="7620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A42FFA0E-C3EE-4CF7-99CC-F3B84F29A98A}"/>
              </a:ext>
            </a:extLst>
          </p:cNvPr>
          <p:cNvPicPr>
            <a:picLocks xmlns:a="http://schemas.openxmlformats.org/drawingml/2006/main" noChangeAspect="1"/>
          </p:cNvPicPr>
          <p:nvPr/>
        </p:nvPicPr>
        <p:blipFill>
          <a:blip xmlns:r="http://schemas.openxmlformats.org/officeDocument/2006/relationships" xmlns:a="http://schemas.openxmlformats.org/drawingml/2006/main" r:embed="R34aa0fa442664583"/>
          <a:stretch xmlns:a="http://schemas.openxmlformats.org/drawingml/2006/main"/>
        </p:blipFill>
        <p:spPr>
          <a:xfrm xmlns:a="http://schemas.openxmlformats.org/drawingml/2006/main">
            <a:off x="2667000" y="2095500"/>
            <a:ext cx="762000" cy="762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0D9D707B-B39E-4B56-A135-033F4F2BF57A}"/>
              </a:ext>
            </a:extLst>
          </p:cNvPr>
          <p:cNvPicPr>
            <a:picLocks xmlns:a="http://schemas.openxmlformats.org/drawingml/2006/main" noChangeAspect="1"/>
          </p:cNvPicPr>
          <p:nvPr/>
        </p:nvPicPr>
        <p:blipFill>
          <a:blip xmlns:r="http://schemas.openxmlformats.org/officeDocument/2006/relationships" xmlns:a="http://schemas.openxmlformats.org/drawingml/2006/main" r:embed="R54afd4a050c940f0"/>
          <a:stretch xmlns:a="http://schemas.openxmlformats.org/drawingml/2006/main"/>
        </p:blipFill>
        <p:spPr>
          <a:xfrm xmlns:a="http://schemas.openxmlformats.org/drawingml/2006/main">
            <a:off x="3667125" y="2095500"/>
            <a:ext cx="762000" cy="7620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6E0352D3-EF6B-483E-9A5D-3FD2D09F799B}"/>
              </a:ext>
            </a:extLst>
          </p:cNvPr>
          <p:cNvPicPr>
            <a:picLocks xmlns:a="http://schemas.openxmlformats.org/drawingml/2006/main" noChangeAspect="1"/>
          </p:cNvPicPr>
          <p:nvPr/>
        </p:nvPicPr>
        <p:blipFill>
          <a:blip xmlns:r="http://schemas.openxmlformats.org/officeDocument/2006/relationships" xmlns:a="http://schemas.openxmlformats.org/drawingml/2006/main" r:embed="R7082d507d91e4885"/>
          <a:stretch xmlns:a="http://schemas.openxmlformats.org/drawingml/2006/main"/>
        </p:blipFill>
        <p:spPr>
          <a:xfrm xmlns:a="http://schemas.openxmlformats.org/drawingml/2006/main">
            <a:off x="4667250" y="2095500"/>
            <a:ext cx="762000" cy="76200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C17C8DAC-026C-43CA-AE6A-AE2B723ECC44}"/>
              </a:ext>
            </a:extLst>
          </p:cNvPr>
          <p:cNvPicPr>
            <a:picLocks xmlns:a="http://schemas.openxmlformats.org/drawingml/2006/main" noChangeAspect="1"/>
          </p:cNvPicPr>
          <p:nvPr/>
        </p:nvPicPr>
        <p:blipFill>
          <a:blip xmlns:r="http://schemas.openxmlformats.org/officeDocument/2006/relationships" xmlns:a="http://schemas.openxmlformats.org/drawingml/2006/main" r:embed="Ra18c0664270e434d"/>
          <a:stretch xmlns:a="http://schemas.openxmlformats.org/drawingml/2006/main"/>
        </p:blipFill>
        <p:spPr>
          <a:xfrm xmlns:a="http://schemas.openxmlformats.org/drawingml/2006/main">
            <a:off x="6572250" y="2095500"/>
            <a:ext cx="857250" cy="857250"/>
          </a:xfrm>
          <a:prstGeom xmlns:a="http://schemas.openxmlformats.org/drawingml/2006/main" prst="rect">
            <a:avLst/>
          </a:prstGeom>
        </p:spPr>
      </p:pic>
      <p:sp>
        <p:nvSpPr>
          <p:cNvPr id="9" name="classroom-plus">
            <a:extLst xmlns:a="http://schemas.openxmlformats.org/drawingml/2006/main">
              <a:ext uri="{FF2B5EF4-FFF2-40B4-BE49-F238E27FC236}">
                <a16:creationId xmlns:a16="http://schemas.microsoft.com/office/drawing/2014/main" id="{E33E6BF6-EF24-4539-993D-0300EC6CEA57}"/>
              </a:ext>
            </a:extLst>
          </p:cNvPr>
          <p:cNvSpPr>
            <a:spLocks xmlns:a="http://schemas.openxmlformats.org/drawingml/2006/main" noGrp="1"/>
          </p:cNvSpPr>
          <p:nvPr/>
        </p:nvSpPr>
        <p:spPr>
          <a:xfrm xmlns:a="http://schemas.openxmlformats.org/drawingml/2006/main">
            <a:off x="5810250" y="2286000"/>
            <a:ext cx="47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4050" b="0">
                <a:solidFill>
                  <a:srgbClr val="35334D"/>
                </a:solidFill>
                <a:latin typeface="DejaVu Sans"/>
                <a:ea typeface="DejaVu Sans"/>
                <a:cs typeface="DejaVu Sans"/>
              </a:defRPr>
            </a:defPPr>
            <a:lvl1pPr>
              <a:defRPr sz="4050" b="0">
                <a:solidFill>
                  <a:srgbClr val="35334D"/>
                </a:solidFill>
                <a:latin typeface="DejaVu Sans"/>
                <a:ea typeface="DejaVu Sans"/>
                <a:cs typeface="DejaVu Sans"/>
              </a:defRPr>
            </a:lvl1pPr>
            <a:lvl2pPr>
              <a:defRPr sz="4050" b="0">
                <a:solidFill>
                  <a:srgbClr val="35334D"/>
                </a:solidFill>
                <a:latin typeface="DejaVu Sans"/>
                <a:ea typeface="DejaVu Sans"/>
                <a:cs typeface="DejaVu Sans"/>
              </a:defRPr>
            </a:lvl2pPr>
            <a:lvl3pPr>
              <a:defRPr sz="4050" b="0">
                <a:solidFill>
                  <a:srgbClr val="35334D"/>
                </a:solidFill>
                <a:latin typeface="DejaVu Sans"/>
                <a:ea typeface="DejaVu Sans"/>
                <a:cs typeface="DejaVu Sans"/>
              </a:defRPr>
            </a:lvl3pPr>
            <a:lvl4pPr>
              <a:defRPr sz="4050" b="0">
                <a:solidFill>
                  <a:srgbClr val="35334D"/>
                </a:solidFill>
                <a:latin typeface="DejaVu Sans"/>
                <a:ea typeface="DejaVu Sans"/>
                <a:cs typeface="DejaVu Sans"/>
              </a:defRPr>
            </a:lvl4pPr>
            <a:lvl5pPr>
              <a:defRPr sz="4050" b="0">
                <a:solidFill>
                  <a:srgbClr val="35334D"/>
                </a:solidFill>
                <a:latin typeface="DejaVu Sans"/>
                <a:ea typeface="DejaVu Sans"/>
                <a:cs typeface="DejaVu Sans"/>
              </a:defRPr>
            </a:lvl5pPr>
            <a:lvl6pPr>
              <a:defRPr sz="4050" b="0">
                <a:solidFill>
                  <a:srgbClr val="35334D"/>
                </a:solidFill>
                <a:latin typeface="DejaVu Sans"/>
                <a:ea typeface="DejaVu Sans"/>
                <a:cs typeface="DejaVu Sans"/>
              </a:defRPr>
            </a:lvl6pPr>
            <a:lvl7pPr>
              <a:defRPr sz="4050" b="0">
                <a:solidFill>
                  <a:srgbClr val="35334D"/>
                </a:solidFill>
                <a:latin typeface="DejaVu Sans"/>
                <a:ea typeface="DejaVu Sans"/>
                <a:cs typeface="DejaVu Sans"/>
              </a:defRPr>
            </a:lvl7pPr>
            <a:lvl8pPr>
              <a:defRPr sz="4050" b="0">
                <a:solidFill>
                  <a:srgbClr val="35334D"/>
                </a:solidFill>
                <a:latin typeface="DejaVu Sans"/>
                <a:ea typeface="DejaVu Sans"/>
                <a:cs typeface="DejaVu Sans"/>
              </a:defRPr>
            </a:lvl8pPr>
            <a:lvl9pPr>
              <a:defRPr sz="4050" b="0">
                <a:solidFill>
                  <a:srgbClr val="35334D"/>
                </a:solidFill>
                <a:latin typeface="DejaVu Sans"/>
                <a:ea typeface="DejaVu Sans"/>
                <a:cs typeface="DejaVu Sans"/>
              </a:defRPr>
            </a:lvl9pPr>
          </a:lstStyle>
          <a:p xmlns:a="http://schemas.openxmlformats.org/drawingml/2006/main">
            <a:pPr>
              <a:defRPr sz="4050" b="0">
                <a:solidFill>
                  <a:srgbClr val="35334D"/>
                </a:solidFill>
                <a:latin typeface="DejaVu Sans"/>
                <a:ea typeface="DejaVu Sans"/>
                <a:cs typeface="DejaVu Sans"/>
              </a:defRPr>
            </a:pPr>
            <a:r>
              <a:rPr sz="4050" b="0">
                <a:solidFill>
                  <a:srgbClr val="35334D"/>
                </a:solidFill>
                <a:latin typeface="DejaVu Sans"/>
                <a:ea typeface="DejaVu Sans"/>
                <a:cs typeface="DejaVu Sans"/>
              </a:rPr>
              <a:t>+</a:t>
            </a:r>
          </a:p>
        </p:txBody>
      </p:sp>
      <p:sp>
        <p:nvSpPr>
          <p:cNvPr id="10" name="classroom-answer">
            <a:extLst xmlns:a="http://schemas.openxmlformats.org/drawingml/2006/main">
              <a:ext uri="{FF2B5EF4-FFF2-40B4-BE49-F238E27FC236}">
                <a16:creationId xmlns:a16="http://schemas.microsoft.com/office/drawing/2014/main" id="{AE57FB15-CB18-463A-AA34-97D0360B06DD}"/>
              </a:ext>
            </a:extLst>
          </p:cNvPr>
          <p:cNvSpPr>
            <a:spLocks xmlns:a="http://schemas.openxmlformats.org/drawingml/2006/main" noGrp="1"/>
          </p:cNvSpPr>
          <p:nvPr/>
        </p:nvSpPr>
        <p:spPr>
          <a:xfrm xmlns:a="http://schemas.openxmlformats.org/drawingml/2006/main">
            <a:off x="2190750" y="3619500"/>
            <a:ext cx="5238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4800" b="1">
                <a:solidFill>
                  <a:srgbClr val="176A70"/>
                </a:solidFill>
                <a:latin typeface="DejaVu Sans"/>
                <a:ea typeface="DejaVu Sans"/>
                <a:cs typeface="DejaVu Sans"/>
              </a:defRPr>
            </a:defPPr>
            <a:lvl1pPr>
              <a:defRPr sz="4800" b="1">
                <a:solidFill>
                  <a:srgbClr val="176A70"/>
                </a:solidFill>
                <a:latin typeface="DejaVu Sans"/>
                <a:ea typeface="DejaVu Sans"/>
                <a:cs typeface="DejaVu Sans"/>
              </a:defRPr>
            </a:lvl1pPr>
            <a:lvl2pPr>
              <a:defRPr sz="4800" b="1">
                <a:solidFill>
                  <a:srgbClr val="176A70"/>
                </a:solidFill>
                <a:latin typeface="DejaVu Sans"/>
                <a:ea typeface="DejaVu Sans"/>
                <a:cs typeface="DejaVu Sans"/>
              </a:defRPr>
            </a:lvl2pPr>
            <a:lvl3pPr>
              <a:defRPr sz="4800" b="1">
                <a:solidFill>
                  <a:srgbClr val="176A70"/>
                </a:solidFill>
                <a:latin typeface="DejaVu Sans"/>
                <a:ea typeface="DejaVu Sans"/>
                <a:cs typeface="DejaVu Sans"/>
              </a:defRPr>
            </a:lvl3pPr>
            <a:lvl4pPr>
              <a:defRPr sz="4800" b="1">
                <a:solidFill>
                  <a:srgbClr val="176A70"/>
                </a:solidFill>
                <a:latin typeface="DejaVu Sans"/>
                <a:ea typeface="DejaVu Sans"/>
                <a:cs typeface="DejaVu Sans"/>
              </a:defRPr>
            </a:lvl4pPr>
            <a:lvl5pPr>
              <a:defRPr sz="4800" b="1">
                <a:solidFill>
                  <a:srgbClr val="176A70"/>
                </a:solidFill>
                <a:latin typeface="DejaVu Sans"/>
                <a:ea typeface="DejaVu Sans"/>
                <a:cs typeface="DejaVu Sans"/>
              </a:defRPr>
            </a:lvl5pPr>
            <a:lvl6pPr>
              <a:defRPr sz="4800" b="1">
                <a:solidFill>
                  <a:srgbClr val="176A70"/>
                </a:solidFill>
                <a:latin typeface="DejaVu Sans"/>
                <a:ea typeface="DejaVu Sans"/>
                <a:cs typeface="DejaVu Sans"/>
              </a:defRPr>
            </a:lvl6pPr>
            <a:lvl7pPr>
              <a:defRPr sz="4800" b="1">
                <a:solidFill>
                  <a:srgbClr val="176A70"/>
                </a:solidFill>
                <a:latin typeface="DejaVu Sans"/>
                <a:ea typeface="DejaVu Sans"/>
                <a:cs typeface="DejaVu Sans"/>
              </a:defRPr>
            </a:lvl7pPr>
            <a:lvl8pPr>
              <a:defRPr sz="4800" b="1">
                <a:solidFill>
                  <a:srgbClr val="176A70"/>
                </a:solidFill>
                <a:latin typeface="DejaVu Sans"/>
                <a:ea typeface="DejaVu Sans"/>
                <a:cs typeface="DejaVu Sans"/>
              </a:defRPr>
            </a:lvl8pPr>
            <a:lvl9pPr>
              <a:defRPr sz="4800" b="1">
                <a:solidFill>
                  <a:srgbClr val="176A70"/>
                </a:solidFill>
                <a:latin typeface="DejaVu Sans"/>
                <a:ea typeface="DejaVu Sans"/>
                <a:cs typeface="DejaVu Sans"/>
              </a:defRPr>
            </a:lvl9pPr>
          </a:lstStyle>
          <a:p xmlns:a="http://schemas.openxmlformats.org/drawingml/2006/main">
            <a:pPr>
              <a:defRPr sz="4800" b="1">
                <a:solidFill>
                  <a:srgbClr val="176A70"/>
                </a:solidFill>
                <a:latin typeface="DejaVu Sans"/>
                <a:ea typeface="DejaVu Sans"/>
                <a:cs typeface="DejaVu Sans"/>
              </a:defRPr>
            </a:pPr>
            <a:r>
              <a:rPr sz="4800" b="1">
                <a:solidFill>
                  <a:srgbClr val="176A70"/>
                </a:solidFill>
                <a:latin typeface="DejaVu Sans"/>
                <a:ea typeface="DejaVu Sans"/>
                <a:cs typeface="DejaVu Sans"/>
              </a:rPr>
              <a:t>5 + 1 = 6</a:t>
            </a:r>
          </a:p>
        </p:txBody>
      </p:sp>
      <p:sp>
        <p:nvSpPr>
          <p:cNvPr id="11" name="classroom-rule">
            <a:extLst xmlns:a="http://schemas.openxmlformats.org/drawingml/2006/main">
              <a:ext uri="{FF2B5EF4-FFF2-40B4-BE49-F238E27FC236}">
                <a16:creationId xmlns:a16="http://schemas.microsoft.com/office/drawing/2014/main" id="{A4315D55-4F81-4894-BA69-54436ADAE7CE}"/>
              </a:ext>
            </a:extLst>
          </p:cNvPr>
          <p:cNvSpPr>
            <a:spLocks xmlns:a="http://schemas.openxmlformats.org/drawingml/2006/main" noGrp="1"/>
          </p:cNvSpPr>
          <p:nvPr/>
        </p:nvSpPr>
        <p:spPr>
          <a:xfrm xmlns:a="http://schemas.openxmlformats.org/drawingml/2006/main">
            <a:off x="857250" y="4552950"/>
            <a:ext cx="7620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250" b="0">
                <a:solidFill>
                  <a:srgbClr val="35334D"/>
                </a:solidFill>
                <a:latin typeface="DejaVu Sans"/>
                <a:ea typeface="DejaVu Sans"/>
                <a:cs typeface="DejaVu Sans"/>
              </a:defRPr>
            </a:defPPr>
            <a:lvl1pPr>
              <a:defRPr sz="2250" b="0">
                <a:solidFill>
                  <a:srgbClr val="35334D"/>
                </a:solidFill>
                <a:latin typeface="DejaVu Sans"/>
                <a:ea typeface="DejaVu Sans"/>
                <a:cs typeface="DejaVu Sans"/>
              </a:defRPr>
            </a:lvl1pPr>
            <a:lvl2pPr>
              <a:defRPr sz="2250" b="0">
                <a:solidFill>
                  <a:srgbClr val="35334D"/>
                </a:solidFill>
                <a:latin typeface="DejaVu Sans"/>
                <a:ea typeface="DejaVu Sans"/>
                <a:cs typeface="DejaVu Sans"/>
              </a:defRPr>
            </a:lvl2pPr>
            <a:lvl3pPr>
              <a:defRPr sz="2250" b="0">
                <a:solidFill>
                  <a:srgbClr val="35334D"/>
                </a:solidFill>
                <a:latin typeface="DejaVu Sans"/>
                <a:ea typeface="DejaVu Sans"/>
                <a:cs typeface="DejaVu Sans"/>
              </a:defRPr>
            </a:lvl3pPr>
            <a:lvl4pPr>
              <a:defRPr sz="2250" b="0">
                <a:solidFill>
                  <a:srgbClr val="35334D"/>
                </a:solidFill>
                <a:latin typeface="DejaVu Sans"/>
                <a:ea typeface="DejaVu Sans"/>
                <a:cs typeface="DejaVu Sans"/>
              </a:defRPr>
            </a:lvl4pPr>
            <a:lvl5pPr>
              <a:defRPr sz="2250" b="0">
                <a:solidFill>
                  <a:srgbClr val="35334D"/>
                </a:solidFill>
                <a:latin typeface="DejaVu Sans"/>
                <a:ea typeface="DejaVu Sans"/>
                <a:cs typeface="DejaVu Sans"/>
              </a:defRPr>
            </a:lvl5pPr>
            <a:lvl6pPr>
              <a:defRPr sz="2250" b="0">
                <a:solidFill>
                  <a:srgbClr val="35334D"/>
                </a:solidFill>
                <a:latin typeface="DejaVu Sans"/>
                <a:ea typeface="DejaVu Sans"/>
                <a:cs typeface="DejaVu Sans"/>
              </a:defRPr>
            </a:lvl6pPr>
            <a:lvl7pPr>
              <a:defRPr sz="2250" b="0">
                <a:solidFill>
                  <a:srgbClr val="35334D"/>
                </a:solidFill>
                <a:latin typeface="DejaVu Sans"/>
                <a:ea typeface="DejaVu Sans"/>
                <a:cs typeface="DejaVu Sans"/>
              </a:defRPr>
            </a:lvl7pPr>
            <a:lvl8pPr>
              <a:defRPr sz="2250" b="0">
                <a:solidFill>
                  <a:srgbClr val="35334D"/>
                </a:solidFill>
                <a:latin typeface="DejaVu Sans"/>
                <a:ea typeface="DejaVu Sans"/>
                <a:cs typeface="DejaVu Sans"/>
              </a:defRPr>
            </a:lvl8pPr>
            <a:lvl9pPr>
              <a:defRPr sz="2250" b="0">
                <a:solidFill>
                  <a:srgbClr val="35334D"/>
                </a:solidFill>
                <a:latin typeface="DejaVu Sans"/>
                <a:ea typeface="DejaVu Sans"/>
                <a:cs typeface="DejaVu Sans"/>
              </a:defRPr>
            </a:lvl9pPr>
          </a:lstStyle>
          <a:p xmlns:a="http://schemas.openxmlformats.org/drawingml/2006/main">
            <a:pPr>
              <a:defRPr sz="2250" b="0">
                <a:solidFill>
                  <a:srgbClr val="35334D"/>
                </a:solidFill>
                <a:latin typeface="DejaVu Sans"/>
                <a:ea typeface="DejaVu Sans"/>
                <a:cs typeface="DejaVu Sans"/>
              </a:defRPr>
            </a:pPr>
            <a:r>
              <a:rPr sz="2250" b="0">
                <a:solidFill>
                  <a:srgbClr val="35334D"/>
                </a:solidFill>
                <a:latin typeface="DejaVu Sans"/>
                <a:ea typeface="DejaVu Sans"/>
                <a:cs typeface="DejaVu Sans"/>
              </a:rPr>
              <a:t>One more is the next number.</a:t>
            </a:r>
          </a:p>
        </p:txBody>
      </p:sp>
      <p:sp>
        <p:nvSpPr>
          <p:cNvPr id="12" name="classroom-page">
            <a:extLst xmlns:a="http://schemas.openxmlformats.org/drawingml/2006/main">
              <a:ext uri="{FF2B5EF4-FFF2-40B4-BE49-F238E27FC236}">
                <a16:creationId xmlns:a16="http://schemas.microsoft.com/office/drawing/2014/main" id="{69387765-4258-4E76-A56A-C765F450AA38}"/>
              </a:ext>
            </a:extLst>
          </p:cNvPr>
          <p:cNvSpPr>
            <a:spLocks xmlns:a="http://schemas.openxmlformats.org/drawingml/2006/main" noGrp="1"/>
          </p:cNvSpPr>
          <p:nvPr/>
        </p:nvSpPr>
        <p:spPr>
          <a:xfrm xmlns:a="http://schemas.openxmlformats.org/drawingml/2006/main">
            <a:off x="8429625" y="48768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75" b="0">
                <a:solidFill>
                  <a:srgbClr val="35334D"/>
                </a:solidFill>
                <a:latin typeface="DejaVu Sans"/>
                <a:ea typeface="DejaVu Sans"/>
                <a:cs typeface="DejaVu Sans"/>
              </a:defRPr>
            </a:defPPr>
            <a:lvl1pPr>
              <a:defRPr sz="975" b="0">
                <a:solidFill>
                  <a:srgbClr val="35334D"/>
                </a:solidFill>
                <a:latin typeface="DejaVu Sans"/>
                <a:ea typeface="DejaVu Sans"/>
                <a:cs typeface="DejaVu Sans"/>
              </a:defRPr>
            </a:lvl1pPr>
            <a:lvl2pPr>
              <a:defRPr sz="975" b="0">
                <a:solidFill>
                  <a:srgbClr val="35334D"/>
                </a:solidFill>
                <a:latin typeface="DejaVu Sans"/>
                <a:ea typeface="DejaVu Sans"/>
                <a:cs typeface="DejaVu Sans"/>
              </a:defRPr>
            </a:lvl2pPr>
            <a:lvl3pPr>
              <a:defRPr sz="975" b="0">
                <a:solidFill>
                  <a:srgbClr val="35334D"/>
                </a:solidFill>
                <a:latin typeface="DejaVu Sans"/>
                <a:ea typeface="DejaVu Sans"/>
                <a:cs typeface="DejaVu Sans"/>
              </a:defRPr>
            </a:lvl3pPr>
            <a:lvl4pPr>
              <a:defRPr sz="975" b="0">
                <a:solidFill>
                  <a:srgbClr val="35334D"/>
                </a:solidFill>
                <a:latin typeface="DejaVu Sans"/>
                <a:ea typeface="DejaVu Sans"/>
                <a:cs typeface="DejaVu Sans"/>
              </a:defRPr>
            </a:lvl4pPr>
            <a:lvl5pPr>
              <a:defRPr sz="975" b="0">
                <a:solidFill>
                  <a:srgbClr val="35334D"/>
                </a:solidFill>
                <a:latin typeface="DejaVu Sans"/>
                <a:ea typeface="DejaVu Sans"/>
                <a:cs typeface="DejaVu Sans"/>
              </a:defRPr>
            </a:lvl5pPr>
            <a:lvl6pPr>
              <a:defRPr sz="975" b="0">
                <a:solidFill>
                  <a:srgbClr val="35334D"/>
                </a:solidFill>
                <a:latin typeface="DejaVu Sans"/>
                <a:ea typeface="DejaVu Sans"/>
                <a:cs typeface="DejaVu Sans"/>
              </a:defRPr>
            </a:lvl6pPr>
            <a:lvl7pPr>
              <a:defRPr sz="975" b="0">
                <a:solidFill>
                  <a:srgbClr val="35334D"/>
                </a:solidFill>
                <a:latin typeface="DejaVu Sans"/>
                <a:ea typeface="DejaVu Sans"/>
                <a:cs typeface="DejaVu Sans"/>
              </a:defRPr>
            </a:lvl7pPr>
            <a:lvl8pPr>
              <a:defRPr sz="975" b="0">
                <a:solidFill>
                  <a:srgbClr val="35334D"/>
                </a:solidFill>
                <a:latin typeface="DejaVu Sans"/>
                <a:ea typeface="DejaVu Sans"/>
                <a:cs typeface="DejaVu Sans"/>
              </a:defRPr>
            </a:lvl8pPr>
            <a:lvl9pPr>
              <a:defRPr sz="975" b="0">
                <a:solidFill>
                  <a:srgbClr val="35334D"/>
                </a:solidFill>
                <a:latin typeface="DejaVu Sans"/>
                <a:ea typeface="DejaVu Sans"/>
                <a:cs typeface="DejaVu Sans"/>
              </a:defRPr>
            </a:lvl9pPr>
          </a:lstStyle>
          <a:p xmlns:a="http://schemas.openxmlformats.org/drawingml/2006/main">
            <a:pPr>
              <a:defRPr sz="975" b="0">
                <a:solidFill>
                  <a:srgbClr val="35334D"/>
                </a:solidFill>
                <a:latin typeface="DejaVu Sans"/>
                <a:ea typeface="DejaVu Sans"/>
                <a:cs typeface="DejaVu Sans"/>
              </a:defRPr>
            </a:pPr>
            <a:r>
              <a:rPr sz="975" b="0">
                <a:solidFill>
                  <a:srgbClr val="35334D"/>
                </a:solidFill>
                <a:latin typeface="DejaVu Sans"/>
                <a:ea typeface="DejaVu Sans"/>
                <a:cs typeface="DejaVu Sans"/>
              </a:rPr>
              <a:t>2 / 8</a:t>
            </a:r>
          </a:p>
        </p:txBody>
      </p:sp>
    </p:spTree>
    <p:extLst>
      <p:ext uri="{BB962C8B-B14F-4D97-AF65-F5344CB8AC3E}">
        <p14:creationId xmlns:p14="http://schemas.microsoft.com/office/powerpoint/2010/main" val="1016415213"/>
      </p:ext>
    </p:extLst>
  </p:cSld>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nodeType="clickEffect">
                                  <p:stCondLst>
                                    <p:cond delay="0"/>
                                  </p:stCondLst>
                                  <p:childTnLst>
                                    <p:set>
                                      <p:cBhvr>
                                        <p:cTn id="5" dur="1" fill="hold"/>
                                        <p:tgtEl>
                                          <p:spTgt spid="10"/>
                                        </p:tgtEl>
                                        <p:attrNameLst>
                                          <p:attrName>style.visibility</p:attrName>
                                        </p:attrNameLst>
                                      </p:cBhvr>
                                      <p:to>
                                        <p:strVal val="visible"/>
                                      </p:to>
                                    </p:set>
                                    <p:animEffect transition="in" filter="fade">
                                      <p:cBhvr>
                                        <p:cTn id="6" dur="500" fill="hold"/>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allAtOnce"/>
    </p:bldLst>
  </p:timing>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classroom-title">
            <a:extLst xmlns:a="http://schemas.openxmlformats.org/drawingml/2006/main">
              <a:ext uri="{FF2B5EF4-FFF2-40B4-BE49-F238E27FC236}">
                <a16:creationId xmlns:a16="http://schemas.microsoft.com/office/drawing/2014/main" id="{5B56919D-19CE-45D1-990A-CA883B072392}"/>
              </a:ext>
            </a:extLst>
          </p:cNvPr>
          <p:cNvSpPr>
            <a:spLocks xmlns:a="http://schemas.openxmlformats.org/drawingml/2006/main" noGrp="1"/>
          </p:cNvSpPr>
          <p:nvPr/>
        </p:nvSpPr>
        <p:spPr>
          <a:xfrm xmlns:a="http://schemas.openxmlformats.org/drawingml/2006/main">
            <a:off x="476250" y="333375"/>
            <a:ext cx="8191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300" b="1">
                <a:solidFill>
                  <a:srgbClr val="AD315B"/>
                </a:solidFill>
                <a:latin typeface="DejaVu Sans"/>
                <a:ea typeface="DejaVu Sans"/>
                <a:cs typeface="DejaVu Sans"/>
              </a:defRPr>
            </a:defPPr>
            <a:lvl1pPr>
              <a:defRPr sz="3300" b="1">
                <a:solidFill>
                  <a:srgbClr val="AD315B"/>
                </a:solidFill>
                <a:latin typeface="DejaVu Sans"/>
                <a:ea typeface="DejaVu Sans"/>
                <a:cs typeface="DejaVu Sans"/>
              </a:defRPr>
            </a:lvl1pPr>
            <a:lvl2pPr>
              <a:defRPr sz="3300" b="1">
                <a:solidFill>
                  <a:srgbClr val="AD315B"/>
                </a:solidFill>
                <a:latin typeface="DejaVu Sans"/>
                <a:ea typeface="DejaVu Sans"/>
                <a:cs typeface="DejaVu Sans"/>
              </a:defRPr>
            </a:lvl2pPr>
            <a:lvl3pPr>
              <a:defRPr sz="3300" b="1">
                <a:solidFill>
                  <a:srgbClr val="AD315B"/>
                </a:solidFill>
                <a:latin typeface="DejaVu Sans"/>
                <a:ea typeface="DejaVu Sans"/>
                <a:cs typeface="DejaVu Sans"/>
              </a:defRPr>
            </a:lvl3pPr>
            <a:lvl4pPr>
              <a:defRPr sz="3300" b="1">
                <a:solidFill>
                  <a:srgbClr val="AD315B"/>
                </a:solidFill>
                <a:latin typeface="DejaVu Sans"/>
                <a:ea typeface="DejaVu Sans"/>
                <a:cs typeface="DejaVu Sans"/>
              </a:defRPr>
            </a:lvl4pPr>
            <a:lvl5pPr>
              <a:defRPr sz="3300" b="1">
                <a:solidFill>
                  <a:srgbClr val="AD315B"/>
                </a:solidFill>
                <a:latin typeface="DejaVu Sans"/>
                <a:ea typeface="DejaVu Sans"/>
                <a:cs typeface="DejaVu Sans"/>
              </a:defRPr>
            </a:lvl5pPr>
            <a:lvl6pPr>
              <a:defRPr sz="3300" b="1">
                <a:solidFill>
                  <a:srgbClr val="AD315B"/>
                </a:solidFill>
                <a:latin typeface="DejaVu Sans"/>
                <a:ea typeface="DejaVu Sans"/>
                <a:cs typeface="DejaVu Sans"/>
              </a:defRPr>
            </a:lvl6pPr>
            <a:lvl7pPr>
              <a:defRPr sz="3300" b="1">
                <a:solidFill>
                  <a:srgbClr val="AD315B"/>
                </a:solidFill>
                <a:latin typeface="DejaVu Sans"/>
                <a:ea typeface="DejaVu Sans"/>
                <a:cs typeface="DejaVu Sans"/>
              </a:defRPr>
            </a:lvl7pPr>
            <a:lvl8pPr>
              <a:defRPr sz="3300" b="1">
                <a:solidFill>
                  <a:srgbClr val="AD315B"/>
                </a:solidFill>
                <a:latin typeface="DejaVu Sans"/>
                <a:ea typeface="DejaVu Sans"/>
                <a:cs typeface="DejaVu Sans"/>
              </a:defRPr>
            </a:lvl8pPr>
            <a:lvl9pPr>
              <a:defRPr sz="3300" b="1">
                <a:solidFill>
                  <a:srgbClr val="AD315B"/>
                </a:solidFill>
                <a:latin typeface="DejaVu Sans"/>
                <a:ea typeface="DejaVu Sans"/>
                <a:cs typeface="DejaVu Sans"/>
              </a:defRPr>
            </a:lvl9pPr>
          </a:lstStyle>
          <a:p xmlns:a="http://schemas.openxmlformats.org/drawingml/2006/main">
            <a:pPr>
              <a:defRPr sz="3300" b="1">
                <a:solidFill>
                  <a:srgbClr val="AD315B"/>
                </a:solidFill>
                <a:latin typeface="DejaVu Sans"/>
                <a:ea typeface="DejaVu Sans"/>
                <a:cs typeface="DejaVu Sans"/>
              </a:defRPr>
            </a:pPr>
            <a:r>
              <a:rPr sz="3300" b="1">
                <a:solidFill>
                  <a:srgbClr val="AD315B"/>
                </a:solidFill>
                <a:latin typeface="DejaVu Sans"/>
                <a:ea typeface="DejaVu Sans"/>
                <a:cs typeface="DejaVu Sans"/>
              </a:rPr>
              <a:t>One less cupcake</a:t>
            </a:r>
          </a:p>
        </p:txBody>
      </p:sp>
      <p:sp>
        <p:nvSpPr>
          <p:cNvPr id="2" name="classroom-body">
            <a:extLst xmlns:a="http://schemas.openxmlformats.org/drawingml/2006/main">
              <a:ext uri="{FF2B5EF4-FFF2-40B4-BE49-F238E27FC236}">
                <a16:creationId xmlns:a16="http://schemas.microsoft.com/office/drawing/2014/main" id="{71097B02-04A5-498D-9A99-8F08DF11BC0F}"/>
              </a:ext>
            </a:extLst>
          </p:cNvPr>
          <p:cNvSpPr>
            <a:spLocks xmlns:a="http://schemas.openxmlformats.org/drawingml/2006/main" noGrp="1"/>
          </p:cNvSpPr>
          <p:nvPr/>
        </p:nvSpPr>
        <p:spPr>
          <a:xfrm xmlns:a="http://schemas.openxmlformats.org/drawingml/2006/main">
            <a:off x="523875" y="1095375"/>
            <a:ext cx="8096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325" b="0">
                <a:solidFill>
                  <a:srgbClr val="35334D"/>
                </a:solidFill>
                <a:latin typeface="DejaVu Sans"/>
                <a:ea typeface="DejaVu Sans"/>
                <a:cs typeface="DejaVu Sans"/>
              </a:defRPr>
            </a:defPPr>
            <a:lvl1pPr>
              <a:defRPr sz="2325" b="0">
                <a:solidFill>
                  <a:srgbClr val="35334D"/>
                </a:solidFill>
                <a:latin typeface="DejaVu Sans"/>
                <a:ea typeface="DejaVu Sans"/>
                <a:cs typeface="DejaVu Sans"/>
              </a:defRPr>
            </a:lvl1pPr>
            <a:lvl2pPr>
              <a:defRPr sz="2325" b="0">
                <a:solidFill>
                  <a:srgbClr val="35334D"/>
                </a:solidFill>
                <a:latin typeface="DejaVu Sans"/>
                <a:ea typeface="DejaVu Sans"/>
                <a:cs typeface="DejaVu Sans"/>
              </a:defRPr>
            </a:lvl2pPr>
            <a:lvl3pPr>
              <a:defRPr sz="2325" b="0">
                <a:solidFill>
                  <a:srgbClr val="35334D"/>
                </a:solidFill>
                <a:latin typeface="DejaVu Sans"/>
                <a:ea typeface="DejaVu Sans"/>
                <a:cs typeface="DejaVu Sans"/>
              </a:defRPr>
            </a:lvl3pPr>
            <a:lvl4pPr>
              <a:defRPr sz="2325" b="0">
                <a:solidFill>
                  <a:srgbClr val="35334D"/>
                </a:solidFill>
                <a:latin typeface="DejaVu Sans"/>
                <a:ea typeface="DejaVu Sans"/>
                <a:cs typeface="DejaVu Sans"/>
              </a:defRPr>
            </a:lvl4pPr>
            <a:lvl5pPr>
              <a:defRPr sz="2325" b="0">
                <a:solidFill>
                  <a:srgbClr val="35334D"/>
                </a:solidFill>
                <a:latin typeface="DejaVu Sans"/>
                <a:ea typeface="DejaVu Sans"/>
                <a:cs typeface="DejaVu Sans"/>
              </a:defRPr>
            </a:lvl5pPr>
            <a:lvl6pPr>
              <a:defRPr sz="2325" b="0">
                <a:solidFill>
                  <a:srgbClr val="35334D"/>
                </a:solidFill>
                <a:latin typeface="DejaVu Sans"/>
                <a:ea typeface="DejaVu Sans"/>
                <a:cs typeface="DejaVu Sans"/>
              </a:defRPr>
            </a:lvl6pPr>
            <a:lvl7pPr>
              <a:defRPr sz="2325" b="0">
                <a:solidFill>
                  <a:srgbClr val="35334D"/>
                </a:solidFill>
                <a:latin typeface="DejaVu Sans"/>
                <a:ea typeface="DejaVu Sans"/>
                <a:cs typeface="DejaVu Sans"/>
              </a:defRPr>
            </a:lvl7pPr>
            <a:lvl8pPr>
              <a:defRPr sz="2325" b="0">
                <a:solidFill>
                  <a:srgbClr val="35334D"/>
                </a:solidFill>
                <a:latin typeface="DejaVu Sans"/>
                <a:ea typeface="DejaVu Sans"/>
                <a:cs typeface="DejaVu Sans"/>
              </a:defRPr>
            </a:lvl8pPr>
            <a:lvl9pPr>
              <a:defRPr sz="2325" b="0">
                <a:solidFill>
                  <a:srgbClr val="35334D"/>
                </a:solidFill>
                <a:latin typeface="DejaVu Sans"/>
                <a:ea typeface="DejaVu Sans"/>
                <a:cs typeface="DejaVu Sans"/>
              </a:defRPr>
            </a:lvl9pPr>
          </a:lstStyle>
          <a:p xmlns:a="http://schemas.openxmlformats.org/drawingml/2006/main">
            <a:pPr>
              <a:defRPr sz="2325" b="0">
                <a:solidFill>
                  <a:srgbClr val="35334D"/>
                </a:solidFill>
                <a:latin typeface="DejaVu Sans"/>
                <a:ea typeface="DejaVu Sans"/>
                <a:cs typeface="DejaVu Sans"/>
              </a:defRPr>
            </a:pPr>
            <a:r>
              <a:rPr sz="2325" b="0">
                <a:solidFill>
                  <a:srgbClr val="35334D"/>
                </a:solidFill>
                <a:latin typeface="DejaVu Sans"/>
                <a:ea typeface="DejaVu Sans"/>
                <a:cs typeface="DejaVu Sans"/>
              </a:rPr>
              <a:t>There are 6 cupcakes.</a:t>
            </a:r>
          </a:p>
          <a:p xmlns:a="http://schemas.openxmlformats.org/drawingml/2006/main">
            <a:pPr>
              <a:defRPr sz="2325" b="0">
                <a:solidFill>
                  <a:srgbClr val="35334D"/>
                </a:solidFill>
                <a:latin typeface="DejaVu Sans"/>
                <a:ea typeface="DejaVu Sans"/>
                <a:cs typeface="DejaVu Sans"/>
              </a:defRPr>
            </a:pPr>
            <a:r>
              <a:rPr sz="2325" b="0">
                <a:solidFill>
                  <a:srgbClr val="35334D"/>
                </a:solidFill>
                <a:latin typeface="DejaVu Sans"/>
                <a:ea typeface="DejaVu Sans"/>
                <a:cs typeface="DejaVu Sans"/>
              </a:rPr>
              <a:t>Teddy eats 1. How many are left?</a:t>
            </a:r>
          </a:p>
        </p:txBody>
      </p:sp>
      <p:pic>
        <p:nvPicPr>
          <p:cNvPr id="3" name="">
            <a:extLst xmlns:a="http://schemas.openxmlformats.org/drawingml/2006/main">
              <a:ext uri="{FF2B5EF4-FFF2-40B4-BE49-F238E27FC236}">
                <a16:creationId xmlns:a16="http://schemas.microsoft.com/office/drawing/2014/main" id="{3AA181DE-1AA0-4338-9CE6-BFF45D313212}"/>
              </a:ext>
            </a:extLst>
          </p:cNvPr>
          <p:cNvPicPr>
            <a:picLocks xmlns:a="http://schemas.openxmlformats.org/drawingml/2006/main" noChangeAspect="1"/>
          </p:cNvPicPr>
          <p:nvPr/>
        </p:nvPicPr>
        <p:blipFill>
          <a:blip xmlns:r="http://schemas.openxmlformats.org/officeDocument/2006/relationships" xmlns:a="http://schemas.openxmlformats.org/drawingml/2006/main" r:embed="Rd73150f1c3154842"/>
          <a:stretch xmlns:a="http://schemas.openxmlformats.org/drawingml/2006/main"/>
        </p:blipFill>
        <p:spPr>
          <a:xfrm xmlns:a="http://schemas.openxmlformats.org/drawingml/2006/main">
            <a:off x="666750" y="2095500"/>
            <a:ext cx="762000" cy="7620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DD95A211-5CD0-4A43-BD03-840751032ED7}"/>
              </a:ext>
            </a:extLst>
          </p:cNvPr>
          <p:cNvPicPr>
            <a:picLocks xmlns:a="http://schemas.openxmlformats.org/drawingml/2006/main" noChangeAspect="1"/>
          </p:cNvPicPr>
          <p:nvPr/>
        </p:nvPicPr>
        <p:blipFill>
          <a:blip xmlns:r="http://schemas.openxmlformats.org/officeDocument/2006/relationships" xmlns:a="http://schemas.openxmlformats.org/drawingml/2006/main" r:embed="R507d0280d83343a2"/>
          <a:stretch xmlns:a="http://schemas.openxmlformats.org/drawingml/2006/main"/>
        </p:blipFill>
        <p:spPr>
          <a:xfrm xmlns:a="http://schemas.openxmlformats.org/drawingml/2006/main">
            <a:off x="1666875" y="2095500"/>
            <a:ext cx="762000" cy="7620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9B2550CB-8A52-4A16-B20B-530A17D90EF1}"/>
              </a:ext>
            </a:extLst>
          </p:cNvPr>
          <p:cNvPicPr>
            <a:picLocks xmlns:a="http://schemas.openxmlformats.org/drawingml/2006/main" noChangeAspect="1"/>
          </p:cNvPicPr>
          <p:nvPr/>
        </p:nvPicPr>
        <p:blipFill>
          <a:blip xmlns:r="http://schemas.openxmlformats.org/officeDocument/2006/relationships" xmlns:a="http://schemas.openxmlformats.org/drawingml/2006/main" r:embed="R3f9819a6daa14089"/>
          <a:stretch xmlns:a="http://schemas.openxmlformats.org/drawingml/2006/main"/>
        </p:blipFill>
        <p:spPr>
          <a:xfrm xmlns:a="http://schemas.openxmlformats.org/drawingml/2006/main">
            <a:off x="2667000" y="2095500"/>
            <a:ext cx="762000" cy="762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049EE5F0-9BC8-42AD-9FAA-E2DE7A46C576}"/>
              </a:ext>
            </a:extLst>
          </p:cNvPr>
          <p:cNvPicPr>
            <a:picLocks xmlns:a="http://schemas.openxmlformats.org/drawingml/2006/main" noChangeAspect="1"/>
          </p:cNvPicPr>
          <p:nvPr/>
        </p:nvPicPr>
        <p:blipFill>
          <a:blip xmlns:r="http://schemas.openxmlformats.org/officeDocument/2006/relationships" xmlns:a="http://schemas.openxmlformats.org/drawingml/2006/main" r:embed="Rc354d2a404ce4615"/>
          <a:stretch xmlns:a="http://schemas.openxmlformats.org/drawingml/2006/main"/>
        </p:blipFill>
        <p:spPr>
          <a:xfrm xmlns:a="http://schemas.openxmlformats.org/drawingml/2006/main">
            <a:off x="3667125" y="2095500"/>
            <a:ext cx="762000" cy="7620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AD7EA00D-D8E0-4FF3-9ED5-CA4555DB8500}"/>
              </a:ext>
            </a:extLst>
          </p:cNvPr>
          <p:cNvPicPr>
            <a:picLocks xmlns:a="http://schemas.openxmlformats.org/drawingml/2006/main" noChangeAspect="1"/>
          </p:cNvPicPr>
          <p:nvPr/>
        </p:nvPicPr>
        <p:blipFill>
          <a:blip xmlns:r="http://schemas.openxmlformats.org/officeDocument/2006/relationships" xmlns:a="http://schemas.openxmlformats.org/drawingml/2006/main" r:embed="R18076ca83b544a20"/>
          <a:stretch xmlns:a="http://schemas.openxmlformats.org/drawingml/2006/main"/>
        </p:blipFill>
        <p:spPr>
          <a:xfrm xmlns:a="http://schemas.openxmlformats.org/drawingml/2006/main">
            <a:off x="4667250" y="2095500"/>
            <a:ext cx="762000" cy="76200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733A3C60-D4AF-438D-AF77-7A5E2E3DBA0F}"/>
              </a:ext>
            </a:extLst>
          </p:cNvPr>
          <p:cNvPicPr>
            <a:picLocks xmlns:a="http://schemas.openxmlformats.org/drawingml/2006/main" noChangeAspect="1"/>
          </p:cNvPicPr>
          <p:nvPr/>
        </p:nvPicPr>
        <p:blipFill>
          <a:blip xmlns:r="http://schemas.openxmlformats.org/officeDocument/2006/relationships" xmlns:a="http://schemas.openxmlformats.org/drawingml/2006/main" r:embed="R848d25a7ea514b3f"/>
          <a:stretch xmlns:a="http://schemas.openxmlformats.org/drawingml/2006/main"/>
        </p:blipFill>
        <p:spPr>
          <a:xfrm xmlns:a="http://schemas.openxmlformats.org/drawingml/2006/main">
            <a:off x="666750" y="3190875"/>
            <a:ext cx="762000" cy="762000"/>
          </a:xfrm>
          <a:prstGeom xmlns:a="http://schemas.openxmlformats.org/drawingml/2006/main" prst="rect">
            <a:avLst/>
          </a:prstGeom>
        </p:spPr>
      </p:pic>
      <p:sp>
        <p:nvSpPr>
          <p:cNvPr id="9" name="classroom-cross">
            <a:extLst xmlns:a="http://schemas.openxmlformats.org/drawingml/2006/main">
              <a:ext uri="{FF2B5EF4-FFF2-40B4-BE49-F238E27FC236}">
                <a16:creationId xmlns:a16="http://schemas.microsoft.com/office/drawing/2014/main" id="{BF148769-3FB2-4EFA-A2C6-62DC33EC4532}"/>
              </a:ext>
            </a:extLst>
          </p:cNvPr>
          <p:cNvSpPr>
            <a:spLocks xmlns:a="http://schemas.openxmlformats.org/drawingml/2006/main" noGrp="1"/>
          </p:cNvSpPr>
          <p:nvPr/>
        </p:nvSpPr>
        <p:spPr>
          <a:xfrm xmlns:a="http://schemas.openxmlformats.org/drawingml/2006/main">
            <a:off x="638175" y="2990850"/>
            <a:ext cx="809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6375" b="0">
                <a:solidFill>
                  <a:srgbClr val="AD315B"/>
                </a:solidFill>
                <a:latin typeface="DejaVu Sans"/>
                <a:ea typeface="DejaVu Sans"/>
                <a:cs typeface="DejaVu Sans"/>
              </a:defRPr>
            </a:defPPr>
            <a:lvl1pPr>
              <a:defRPr sz="6375" b="0">
                <a:solidFill>
                  <a:srgbClr val="AD315B"/>
                </a:solidFill>
                <a:latin typeface="DejaVu Sans"/>
                <a:ea typeface="DejaVu Sans"/>
                <a:cs typeface="DejaVu Sans"/>
              </a:defRPr>
            </a:lvl1pPr>
            <a:lvl2pPr>
              <a:defRPr sz="6375" b="0">
                <a:solidFill>
                  <a:srgbClr val="AD315B"/>
                </a:solidFill>
                <a:latin typeface="DejaVu Sans"/>
                <a:ea typeface="DejaVu Sans"/>
                <a:cs typeface="DejaVu Sans"/>
              </a:defRPr>
            </a:lvl2pPr>
            <a:lvl3pPr>
              <a:defRPr sz="6375" b="0">
                <a:solidFill>
                  <a:srgbClr val="AD315B"/>
                </a:solidFill>
                <a:latin typeface="DejaVu Sans"/>
                <a:ea typeface="DejaVu Sans"/>
                <a:cs typeface="DejaVu Sans"/>
              </a:defRPr>
            </a:lvl3pPr>
            <a:lvl4pPr>
              <a:defRPr sz="6375" b="0">
                <a:solidFill>
                  <a:srgbClr val="AD315B"/>
                </a:solidFill>
                <a:latin typeface="DejaVu Sans"/>
                <a:ea typeface="DejaVu Sans"/>
                <a:cs typeface="DejaVu Sans"/>
              </a:defRPr>
            </a:lvl4pPr>
            <a:lvl5pPr>
              <a:defRPr sz="6375" b="0">
                <a:solidFill>
                  <a:srgbClr val="AD315B"/>
                </a:solidFill>
                <a:latin typeface="DejaVu Sans"/>
                <a:ea typeface="DejaVu Sans"/>
                <a:cs typeface="DejaVu Sans"/>
              </a:defRPr>
            </a:lvl5pPr>
            <a:lvl6pPr>
              <a:defRPr sz="6375" b="0">
                <a:solidFill>
                  <a:srgbClr val="AD315B"/>
                </a:solidFill>
                <a:latin typeface="DejaVu Sans"/>
                <a:ea typeface="DejaVu Sans"/>
                <a:cs typeface="DejaVu Sans"/>
              </a:defRPr>
            </a:lvl6pPr>
            <a:lvl7pPr>
              <a:defRPr sz="6375" b="0">
                <a:solidFill>
                  <a:srgbClr val="AD315B"/>
                </a:solidFill>
                <a:latin typeface="DejaVu Sans"/>
                <a:ea typeface="DejaVu Sans"/>
                <a:cs typeface="DejaVu Sans"/>
              </a:defRPr>
            </a:lvl7pPr>
            <a:lvl8pPr>
              <a:defRPr sz="6375" b="0">
                <a:solidFill>
                  <a:srgbClr val="AD315B"/>
                </a:solidFill>
                <a:latin typeface="DejaVu Sans"/>
                <a:ea typeface="DejaVu Sans"/>
                <a:cs typeface="DejaVu Sans"/>
              </a:defRPr>
            </a:lvl8pPr>
            <a:lvl9pPr>
              <a:defRPr sz="6375" b="0">
                <a:solidFill>
                  <a:srgbClr val="AD315B"/>
                </a:solidFill>
                <a:latin typeface="DejaVu Sans"/>
                <a:ea typeface="DejaVu Sans"/>
                <a:cs typeface="DejaVu Sans"/>
              </a:defRPr>
            </a:lvl9pPr>
          </a:lstStyle>
          <a:p xmlns:a="http://schemas.openxmlformats.org/drawingml/2006/main">
            <a:pPr>
              <a:defRPr sz="6375" b="0">
                <a:solidFill>
                  <a:srgbClr val="AD315B"/>
                </a:solidFill>
                <a:latin typeface="DejaVu Sans"/>
                <a:ea typeface="DejaVu Sans"/>
                <a:cs typeface="DejaVu Sans"/>
              </a:defRPr>
            </a:pPr>
            <a:r>
              <a:rPr sz="6375" b="0">
                <a:solidFill>
                  <a:srgbClr val="AD315B"/>
                </a:solidFill>
                <a:latin typeface="DejaVu Sans"/>
                <a:ea typeface="DejaVu Sans"/>
                <a:cs typeface="DejaVu Sans"/>
              </a:rPr>
              <a:t>×</a:t>
            </a:r>
          </a:p>
        </p:txBody>
      </p:sp>
      <p:sp>
        <p:nvSpPr>
          <p:cNvPr id="10" name="classroom-answer">
            <a:extLst xmlns:a="http://schemas.openxmlformats.org/drawingml/2006/main">
              <a:ext uri="{FF2B5EF4-FFF2-40B4-BE49-F238E27FC236}">
                <a16:creationId xmlns:a16="http://schemas.microsoft.com/office/drawing/2014/main" id="{AFD1A39E-C6AF-4A32-82A6-29F14E428926}"/>
              </a:ext>
            </a:extLst>
          </p:cNvPr>
          <p:cNvSpPr>
            <a:spLocks xmlns:a="http://schemas.openxmlformats.org/drawingml/2006/main" noGrp="1"/>
          </p:cNvSpPr>
          <p:nvPr/>
        </p:nvSpPr>
        <p:spPr>
          <a:xfrm xmlns:a="http://schemas.openxmlformats.org/drawingml/2006/main">
            <a:off x="5429250" y="2952750"/>
            <a:ext cx="323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4500" b="1">
                <a:solidFill>
                  <a:srgbClr val="176A70"/>
                </a:solidFill>
                <a:latin typeface="DejaVu Sans"/>
                <a:ea typeface="DejaVu Sans"/>
                <a:cs typeface="DejaVu Sans"/>
              </a:defRPr>
            </a:defPPr>
            <a:lvl1pPr>
              <a:defRPr sz="4500" b="1">
                <a:solidFill>
                  <a:srgbClr val="176A70"/>
                </a:solidFill>
                <a:latin typeface="DejaVu Sans"/>
                <a:ea typeface="DejaVu Sans"/>
                <a:cs typeface="DejaVu Sans"/>
              </a:defRPr>
            </a:lvl1pPr>
            <a:lvl2pPr>
              <a:defRPr sz="4500" b="1">
                <a:solidFill>
                  <a:srgbClr val="176A70"/>
                </a:solidFill>
                <a:latin typeface="DejaVu Sans"/>
                <a:ea typeface="DejaVu Sans"/>
                <a:cs typeface="DejaVu Sans"/>
              </a:defRPr>
            </a:lvl2pPr>
            <a:lvl3pPr>
              <a:defRPr sz="4500" b="1">
                <a:solidFill>
                  <a:srgbClr val="176A70"/>
                </a:solidFill>
                <a:latin typeface="DejaVu Sans"/>
                <a:ea typeface="DejaVu Sans"/>
                <a:cs typeface="DejaVu Sans"/>
              </a:defRPr>
            </a:lvl3pPr>
            <a:lvl4pPr>
              <a:defRPr sz="4500" b="1">
                <a:solidFill>
                  <a:srgbClr val="176A70"/>
                </a:solidFill>
                <a:latin typeface="DejaVu Sans"/>
                <a:ea typeface="DejaVu Sans"/>
                <a:cs typeface="DejaVu Sans"/>
              </a:defRPr>
            </a:lvl4pPr>
            <a:lvl5pPr>
              <a:defRPr sz="4500" b="1">
                <a:solidFill>
                  <a:srgbClr val="176A70"/>
                </a:solidFill>
                <a:latin typeface="DejaVu Sans"/>
                <a:ea typeface="DejaVu Sans"/>
                <a:cs typeface="DejaVu Sans"/>
              </a:defRPr>
            </a:lvl5pPr>
            <a:lvl6pPr>
              <a:defRPr sz="4500" b="1">
                <a:solidFill>
                  <a:srgbClr val="176A70"/>
                </a:solidFill>
                <a:latin typeface="DejaVu Sans"/>
                <a:ea typeface="DejaVu Sans"/>
                <a:cs typeface="DejaVu Sans"/>
              </a:defRPr>
            </a:lvl6pPr>
            <a:lvl7pPr>
              <a:defRPr sz="4500" b="1">
                <a:solidFill>
                  <a:srgbClr val="176A70"/>
                </a:solidFill>
                <a:latin typeface="DejaVu Sans"/>
                <a:ea typeface="DejaVu Sans"/>
                <a:cs typeface="DejaVu Sans"/>
              </a:defRPr>
            </a:lvl7pPr>
            <a:lvl8pPr>
              <a:defRPr sz="4500" b="1">
                <a:solidFill>
                  <a:srgbClr val="176A70"/>
                </a:solidFill>
                <a:latin typeface="DejaVu Sans"/>
                <a:ea typeface="DejaVu Sans"/>
                <a:cs typeface="DejaVu Sans"/>
              </a:defRPr>
            </a:lvl8pPr>
            <a:lvl9pPr>
              <a:defRPr sz="4500" b="1">
                <a:solidFill>
                  <a:srgbClr val="176A70"/>
                </a:solidFill>
                <a:latin typeface="DejaVu Sans"/>
                <a:ea typeface="DejaVu Sans"/>
                <a:cs typeface="DejaVu Sans"/>
              </a:defRPr>
            </a:lvl9pPr>
          </a:lstStyle>
          <a:p xmlns:a="http://schemas.openxmlformats.org/drawingml/2006/main">
            <a:pPr>
              <a:defRPr sz="4500" b="1">
                <a:solidFill>
                  <a:srgbClr val="176A70"/>
                </a:solidFill>
                <a:latin typeface="DejaVu Sans"/>
                <a:ea typeface="DejaVu Sans"/>
                <a:cs typeface="DejaVu Sans"/>
              </a:defRPr>
            </a:pPr>
            <a:r>
              <a:rPr sz="4500" b="1">
                <a:solidFill>
                  <a:srgbClr val="176A70"/>
                </a:solidFill>
                <a:latin typeface="DejaVu Sans"/>
                <a:ea typeface="DejaVu Sans"/>
                <a:cs typeface="DejaVu Sans"/>
              </a:rPr>
              <a:t>6 − 1 = 5</a:t>
            </a:r>
          </a:p>
        </p:txBody>
      </p:sp>
      <p:sp>
        <p:nvSpPr>
          <p:cNvPr id="11" name="classroom-rule">
            <a:extLst xmlns:a="http://schemas.openxmlformats.org/drawingml/2006/main">
              <a:ext uri="{FF2B5EF4-FFF2-40B4-BE49-F238E27FC236}">
                <a16:creationId xmlns:a16="http://schemas.microsoft.com/office/drawing/2014/main" id="{B2895350-45BC-41EB-BD6A-CC2AB0AEA2F1}"/>
              </a:ext>
            </a:extLst>
          </p:cNvPr>
          <p:cNvSpPr>
            <a:spLocks xmlns:a="http://schemas.openxmlformats.org/drawingml/2006/main" noGrp="1"/>
          </p:cNvSpPr>
          <p:nvPr/>
        </p:nvSpPr>
        <p:spPr>
          <a:xfrm xmlns:a="http://schemas.openxmlformats.org/drawingml/2006/main">
            <a:off x="666750" y="4552950"/>
            <a:ext cx="790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250" b="0">
                <a:solidFill>
                  <a:srgbClr val="35334D"/>
                </a:solidFill>
                <a:latin typeface="DejaVu Sans"/>
                <a:ea typeface="DejaVu Sans"/>
                <a:cs typeface="DejaVu Sans"/>
              </a:defRPr>
            </a:defPPr>
            <a:lvl1pPr>
              <a:defRPr sz="2250" b="0">
                <a:solidFill>
                  <a:srgbClr val="35334D"/>
                </a:solidFill>
                <a:latin typeface="DejaVu Sans"/>
                <a:ea typeface="DejaVu Sans"/>
                <a:cs typeface="DejaVu Sans"/>
              </a:defRPr>
            </a:lvl1pPr>
            <a:lvl2pPr>
              <a:defRPr sz="2250" b="0">
                <a:solidFill>
                  <a:srgbClr val="35334D"/>
                </a:solidFill>
                <a:latin typeface="DejaVu Sans"/>
                <a:ea typeface="DejaVu Sans"/>
                <a:cs typeface="DejaVu Sans"/>
              </a:defRPr>
            </a:lvl2pPr>
            <a:lvl3pPr>
              <a:defRPr sz="2250" b="0">
                <a:solidFill>
                  <a:srgbClr val="35334D"/>
                </a:solidFill>
                <a:latin typeface="DejaVu Sans"/>
                <a:ea typeface="DejaVu Sans"/>
                <a:cs typeface="DejaVu Sans"/>
              </a:defRPr>
            </a:lvl3pPr>
            <a:lvl4pPr>
              <a:defRPr sz="2250" b="0">
                <a:solidFill>
                  <a:srgbClr val="35334D"/>
                </a:solidFill>
                <a:latin typeface="DejaVu Sans"/>
                <a:ea typeface="DejaVu Sans"/>
                <a:cs typeface="DejaVu Sans"/>
              </a:defRPr>
            </a:lvl4pPr>
            <a:lvl5pPr>
              <a:defRPr sz="2250" b="0">
                <a:solidFill>
                  <a:srgbClr val="35334D"/>
                </a:solidFill>
                <a:latin typeface="DejaVu Sans"/>
                <a:ea typeface="DejaVu Sans"/>
                <a:cs typeface="DejaVu Sans"/>
              </a:defRPr>
            </a:lvl5pPr>
            <a:lvl6pPr>
              <a:defRPr sz="2250" b="0">
                <a:solidFill>
                  <a:srgbClr val="35334D"/>
                </a:solidFill>
                <a:latin typeface="DejaVu Sans"/>
                <a:ea typeface="DejaVu Sans"/>
                <a:cs typeface="DejaVu Sans"/>
              </a:defRPr>
            </a:lvl6pPr>
            <a:lvl7pPr>
              <a:defRPr sz="2250" b="0">
                <a:solidFill>
                  <a:srgbClr val="35334D"/>
                </a:solidFill>
                <a:latin typeface="DejaVu Sans"/>
                <a:ea typeface="DejaVu Sans"/>
                <a:cs typeface="DejaVu Sans"/>
              </a:defRPr>
            </a:lvl7pPr>
            <a:lvl8pPr>
              <a:defRPr sz="2250" b="0">
                <a:solidFill>
                  <a:srgbClr val="35334D"/>
                </a:solidFill>
                <a:latin typeface="DejaVu Sans"/>
                <a:ea typeface="DejaVu Sans"/>
                <a:cs typeface="DejaVu Sans"/>
              </a:defRPr>
            </a:lvl8pPr>
            <a:lvl9pPr>
              <a:defRPr sz="2250" b="0">
                <a:solidFill>
                  <a:srgbClr val="35334D"/>
                </a:solidFill>
                <a:latin typeface="DejaVu Sans"/>
                <a:ea typeface="DejaVu Sans"/>
                <a:cs typeface="DejaVu Sans"/>
              </a:defRPr>
            </a:lvl9pPr>
          </a:lstStyle>
          <a:p xmlns:a="http://schemas.openxmlformats.org/drawingml/2006/main">
            <a:pPr>
              <a:defRPr sz="2250" b="0">
                <a:solidFill>
                  <a:srgbClr val="35334D"/>
                </a:solidFill>
                <a:latin typeface="DejaVu Sans"/>
                <a:ea typeface="DejaVu Sans"/>
                <a:cs typeface="DejaVu Sans"/>
              </a:defRPr>
            </a:pPr>
            <a:r>
              <a:rPr sz="2250" b="0">
                <a:solidFill>
                  <a:srgbClr val="35334D"/>
                </a:solidFill>
                <a:latin typeface="DejaVu Sans"/>
                <a:ea typeface="DejaVu Sans"/>
                <a:cs typeface="DejaVu Sans"/>
              </a:rPr>
              <a:t>One less is the number before.</a:t>
            </a:r>
          </a:p>
        </p:txBody>
      </p:sp>
      <p:sp>
        <p:nvSpPr>
          <p:cNvPr id="12" name="classroom-page">
            <a:extLst xmlns:a="http://schemas.openxmlformats.org/drawingml/2006/main">
              <a:ext uri="{FF2B5EF4-FFF2-40B4-BE49-F238E27FC236}">
                <a16:creationId xmlns:a16="http://schemas.microsoft.com/office/drawing/2014/main" id="{D9294650-AD30-413E-A4D1-A1AA943DF0F2}"/>
              </a:ext>
            </a:extLst>
          </p:cNvPr>
          <p:cNvSpPr>
            <a:spLocks xmlns:a="http://schemas.openxmlformats.org/drawingml/2006/main" noGrp="1"/>
          </p:cNvSpPr>
          <p:nvPr/>
        </p:nvSpPr>
        <p:spPr>
          <a:xfrm xmlns:a="http://schemas.openxmlformats.org/drawingml/2006/main">
            <a:off x="8429625" y="48768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75" b="0">
                <a:solidFill>
                  <a:srgbClr val="35334D"/>
                </a:solidFill>
                <a:latin typeface="DejaVu Sans"/>
                <a:ea typeface="DejaVu Sans"/>
                <a:cs typeface="DejaVu Sans"/>
              </a:defRPr>
            </a:defPPr>
            <a:lvl1pPr>
              <a:defRPr sz="975" b="0">
                <a:solidFill>
                  <a:srgbClr val="35334D"/>
                </a:solidFill>
                <a:latin typeface="DejaVu Sans"/>
                <a:ea typeface="DejaVu Sans"/>
                <a:cs typeface="DejaVu Sans"/>
              </a:defRPr>
            </a:lvl1pPr>
            <a:lvl2pPr>
              <a:defRPr sz="975" b="0">
                <a:solidFill>
                  <a:srgbClr val="35334D"/>
                </a:solidFill>
                <a:latin typeface="DejaVu Sans"/>
                <a:ea typeface="DejaVu Sans"/>
                <a:cs typeface="DejaVu Sans"/>
              </a:defRPr>
            </a:lvl2pPr>
            <a:lvl3pPr>
              <a:defRPr sz="975" b="0">
                <a:solidFill>
                  <a:srgbClr val="35334D"/>
                </a:solidFill>
                <a:latin typeface="DejaVu Sans"/>
                <a:ea typeface="DejaVu Sans"/>
                <a:cs typeface="DejaVu Sans"/>
              </a:defRPr>
            </a:lvl3pPr>
            <a:lvl4pPr>
              <a:defRPr sz="975" b="0">
                <a:solidFill>
                  <a:srgbClr val="35334D"/>
                </a:solidFill>
                <a:latin typeface="DejaVu Sans"/>
                <a:ea typeface="DejaVu Sans"/>
                <a:cs typeface="DejaVu Sans"/>
              </a:defRPr>
            </a:lvl4pPr>
            <a:lvl5pPr>
              <a:defRPr sz="975" b="0">
                <a:solidFill>
                  <a:srgbClr val="35334D"/>
                </a:solidFill>
                <a:latin typeface="DejaVu Sans"/>
                <a:ea typeface="DejaVu Sans"/>
                <a:cs typeface="DejaVu Sans"/>
              </a:defRPr>
            </a:lvl5pPr>
            <a:lvl6pPr>
              <a:defRPr sz="975" b="0">
                <a:solidFill>
                  <a:srgbClr val="35334D"/>
                </a:solidFill>
                <a:latin typeface="DejaVu Sans"/>
                <a:ea typeface="DejaVu Sans"/>
                <a:cs typeface="DejaVu Sans"/>
              </a:defRPr>
            </a:lvl6pPr>
            <a:lvl7pPr>
              <a:defRPr sz="975" b="0">
                <a:solidFill>
                  <a:srgbClr val="35334D"/>
                </a:solidFill>
                <a:latin typeface="DejaVu Sans"/>
                <a:ea typeface="DejaVu Sans"/>
                <a:cs typeface="DejaVu Sans"/>
              </a:defRPr>
            </a:lvl7pPr>
            <a:lvl8pPr>
              <a:defRPr sz="975" b="0">
                <a:solidFill>
                  <a:srgbClr val="35334D"/>
                </a:solidFill>
                <a:latin typeface="DejaVu Sans"/>
                <a:ea typeface="DejaVu Sans"/>
                <a:cs typeface="DejaVu Sans"/>
              </a:defRPr>
            </a:lvl8pPr>
            <a:lvl9pPr>
              <a:defRPr sz="975" b="0">
                <a:solidFill>
                  <a:srgbClr val="35334D"/>
                </a:solidFill>
                <a:latin typeface="DejaVu Sans"/>
                <a:ea typeface="DejaVu Sans"/>
                <a:cs typeface="DejaVu Sans"/>
              </a:defRPr>
            </a:lvl9pPr>
          </a:lstStyle>
          <a:p xmlns:a="http://schemas.openxmlformats.org/drawingml/2006/main">
            <a:pPr>
              <a:defRPr sz="975" b="0">
                <a:solidFill>
                  <a:srgbClr val="35334D"/>
                </a:solidFill>
                <a:latin typeface="DejaVu Sans"/>
                <a:ea typeface="DejaVu Sans"/>
                <a:cs typeface="DejaVu Sans"/>
              </a:defRPr>
            </a:pPr>
            <a:r>
              <a:rPr sz="975" b="0">
                <a:solidFill>
                  <a:srgbClr val="35334D"/>
                </a:solidFill>
                <a:latin typeface="DejaVu Sans"/>
                <a:ea typeface="DejaVu Sans"/>
                <a:cs typeface="DejaVu Sans"/>
              </a:rPr>
              <a:t>3 / 8</a:t>
            </a:r>
          </a:p>
        </p:txBody>
      </p:sp>
    </p:spTree>
    <p:extLst>
      <p:ext uri="{BB962C8B-B14F-4D97-AF65-F5344CB8AC3E}">
        <p14:creationId xmlns:p14="http://schemas.microsoft.com/office/powerpoint/2010/main" val="1144523151"/>
      </p:ext>
    </p:extLst>
  </p:cSld>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nodeType="clickEffect">
                                  <p:stCondLst>
                                    <p:cond delay="0"/>
                                  </p:stCondLst>
                                  <p:childTnLst>
                                    <p:set>
                                      <p:cBhvr>
                                        <p:cTn id="5" dur="1" fill="hold"/>
                                        <p:tgtEl>
                                          <p:spTgt spid="10"/>
                                        </p:tgtEl>
                                        <p:attrNameLst>
                                          <p:attrName>style.visibility</p:attrName>
                                        </p:attrNameLst>
                                      </p:cBhvr>
                                      <p:to>
                                        <p:strVal val="visible"/>
                                      </p:to>
                                    </p:set>
                                    <p:animEffect transition="in" filter="fade">
                                      <p:cBhvr>
                                        <p:cTn id="6" dur="500" fill="hold"/>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allAtOnce"/>
    </p:bldLst>
  </p:timing>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classroom-title">
            <a:extLst xmlns:a="http://schemas.openxmlformats.org/drawingml/2006/main">
              <a:ext uri="{FF2B5EF4-FFF2-40B4-BE49-F238E27FC236}">
                <a16:creationId xmlns:a16="http://schemas.microsoft.com/office/drawing/2014/main" id="{0B5299D1-8A0E-45C5-AC9C-8971FA953F5C}"/>
              </a:ext>
            </a:extLst>
          </p:cNvPr>
          <p:cNvSpPr>
            <a:spLocks xmlns:a="http://schemas.openxmlformats.org/drawingml/2006/main" noGrp="1"/>
          </p:cNvSpPr>
          <p:nvPr/>
        </p:nvSpPr>
        <p:spPr>
          <a:xfrm xmlns:a="http://schemas.openxmlformats.org/drawingml/2006/main">
            <a:off x="476250" y="333375"/>
            <a:ext cx="8191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300" b="1">
                <a:solidFill>
                  <a:srgbClr val="AD315B"/>
                </a:solidFill>
                <a:latin typeface="DejaVu Sans"/>
                <a:ea typeface="DejaVu Sans"/>
                <a:cs typeface="DejaVu Sans"/>
              </a:defRPr>
            </a:defPPr>
            <a:lvl1pPr>
              <a:defRPr sz="3300" b="1">
                <a:solidFill>
                  <a:srgbClr val="AD315B"/>
                </a:solidFill>
                <a:latin typeface="DejaVu Sans"/>
                <a:ea typeface="DejaVu Sans"/>
                <a:cs typeface="DejaVu Sans"/>
              </a:defRPr>
            </a:lvl1pPr>
            <a:lvl2pPr>
              <a:defRPr sz="3300" b="1">
                <a:solidFill>
                  <a:srgbClr val="AD315B"/>
                </a:solidFill>
                <a:latin typeface="DejaVu Sans"/>
                <a:ea typeface="DejaVu Sans"/>
                <a:cs typeface="DejaVu Sans"/>
              </a:defRPr>
            </a:lvl2pPr>
            <a:lvl3pPr>
              <a:defRPr sz="3300" b="1">
                <a:solidFill>
                  <a:srgbClr val="AD315B"/>
                </a:solidFill>
                <a:latin typeface="DejaVu Sans"/>
                <a:ea typeface="DejaVu Sans"/>
                <a:cs typeface="DejaVu Sans"/>
              </a:defRPr>
            </a:lvl3pPr>
            <a:lvl4pPr>
              <a:defRPr sz="3300" b="1">
                <a:solidFill>
                  <a:srgbClr val="AD315B"/>
                </a:solidFill>
                <a:latin typeface="DejaVu Sans"/>
                <a:ea typeface="DejaVu Sans"/>
                <a:cs typeface="DejaVu Sans"/>
              </a:defRPr>
            </a:lvl4pPr>
            <a:lvl5pPr>
              <a:defRPr sz="3300" b="1">
                <a:solidFill>
                  <a:srgbClr val="AD315B"/>
                </a:solidFill>
                <a:latin typeface="DejaVu Sans"/>
                <a:ea typeface="DejaVu Sans"/>
                <a:cs typeface="DejaVu Sans"/>
              </a:defRPr>
            </a:lvl5pPr>
            <a:lvl6pPr>
              <a:defRPr sz="3300" b="1">
                <a:solidFill>
                  <a:srgbClr val="AD315B"/>
                </a:solidFill>
                <a:latin typeface="DejaVu Sans"/>
                <a:ea typeface="DejaVu Sans"/>
                <a:cs typeface="DejaVu Sans"/>
              </a:defRPr>
            </a:lvl6pPr>
            <a:lvl7pPr>
              <a:defRPr sz="3300" b="1">
                <a:solidFill>
                  <a:srgbClr val="AD315B"/>
                </a:solidFill>
                <a:latin typeface="DejaVu Sans"/>
                <a:ea typeface="DejaVu Sans"/>
                <a:cs typeface="DejaVu Sans"/>
              </a:defRPr>
            </a:lvl7pPr>
            <a:lvl8pPr>
              <a:defRPr sz="3300" b="1">
                <a:solidFill>
                  <a:srgbClr val="AD315B"/>
                </a:solidFill>
                <a:latin typeface="DejaVu Sans"/>
                <a:ea typeface="DejaVu Sans"/>
                <a:cs typeface="DejaVu Sans"/>
              </a:defRPr>
            </a:lvl8pPr>
            <a:lvl9pPr>
              <a:defRPr sz="3300" b="1">
                <a:solidFill>
                  <a:srgbClr val="AD315B"/>
                </a:solidFill>
                <a:latin typeface="DejaVu Sans"/>
                <a:ea typeface="DejaVu Sans"/>
                <a:cs typeface="DejaVu Sans"/>
              </a:defRPr>
            </a:lvl9pPr>
          </a:lstStyle>
          <a:p xmlns:a="http://schemas.openxmlformats.org/drawingml/2006/main">
            <a:pPr>
              <a:defRPr sz="3300" b="1">
                <a:solidFill>
                  <a:srgbClr val="AD315B"/>
                </a:solidFill>
                <a:latin typeface="DejaVu Sans"/>
                <a:ea typeface="DejaVu Sans"/>
                <a:cs typeface="DejaVu Sans"/>
              </a:defRPr>
            </a:pPr>
            <a:r>
              <a:rPr sz="3300" b="1">
                <a:solidFill>
                  <a:srgbClr val="AD315B"/>
                </a:solidFill>
                <a:latin typeface="DejaVu Sans"/>
                <a:ea typeface="DejaVu Sans"/>
                <a:cs typeface="DejaVu Sans"/>
              </a:rPr>
              <a:t>Birthday number neighbours</a:t>
            </a:r>
          </a:p>
        </p:txBody>
      </p:sp>
      <p:sp>
        <p:nvSpPr>
          <p:cNvPr id="2" name="classroom-body">
            <a:extLst xmlns:a="http://schemas.openxmlformats.org/drawingml/2006/main">
              <a:ext uri="{FF2B5EF4-FFF2-40B4-BE49-F238E27FC236}">
                <a16:creationId xmlns:a16="http://schemas.microsoft.com/office/drawing/2014/main" id="{CA7FC1C8-3962-4386-9870-7B2AC6930022}"/>
              </a:ext>
            </a:extLst>
          </p:cNvPr>
          <p:cNvSpPr>
            <a:spLocks xmlns:a="http://schemas.openxmlformats.org/drawingml/2006/main" noGrp="1"/>
          </p:cNvSpPr>
          <p:nvPr/>
        </p:nvSpPr>
        <p:spPr>
          <a:xfrm xmlns:a="http://schemas.openxmlformats.org/drawingml/2006/main">
            <a:off x="523875" y="1095375"/>
            <a:ext cx="8096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325" b="0">
                <a:solidFill>
                  <a:srgbClr val="35334D"/>
                </a:solidFill>
                <a:latin typeface="DejaVu Sans"/>
                <a:ea typeface="DejaVu Sans"/>
                <a:cs typeface="DejaVu Sans"/>
              </a:defRPr>
            </a:defPPr>
            <a:lvl1pPr>
              <a:defRPr sz="2325" b="0">
                <a:solidFill>
                  <a:srgbClr val="35334D"/>
                </a:solidFill>
                <a:latin typeface="DejaVu Sans"/>
                <a:ea typeface="DejaVu Sans"/>
                <a:cs typeface="DejaVu Sans"/>
              </a:defRPr>
            </a:lvl1pPr>
            <a:lvl2pPr>
              <a:defRPr sz="2325" b="0">
                <a:solidFill>
                  <a:srgbClr val="35334D"/>
                </a:solidFill>
                <a:latin typeface="DejaVu Sans"/>
                <a:ea typeface="DejaVu Sans"/>
                <a:cs typeface="DejaVu Sans"/>
              </a:defRPr>
            </a:lvl2pPr>
            <a:lvl3pPr>
              <a:defRPr sz="2325" b="0">
                <a:solidFill>
                  <a:srgbClr val="35334D"/>
                </a:solidFill>
                <a:latin typeface="DejaVu Sans"/>
                <a:ea typeface="DejaVu Sans"/>
                <a:cs typeface="DejaVu Sans"/>
              </a:defRPr>
            </a:lvl3pPr>
            <a:lvl4pPr>
              <a:defRPr sz="2325" b="0">
                <a:solidFill>
                  <a:srgbClr val="35334D"/>
                </a:solidFill>
                <a:latin typeface="DejaVu Sans"/>
                <a:ea typeface="DejaVu Sans"/>
                <a:cs typeface="DejaVu Sans"/>
              </a:defRPr>
            </a:lvl4pPr>
            <a:lvl5pPr>
              <a:defRPr sz="2325" b="0">
                <a:solidFill>
                  <a:srgbClr val="35334D"/>
                </a:solidFill>
                <a:latin typeface="DejaVu Sans"/>
                <a:ea typeface="DejaVu Sans"/>
                <a:cs typeface="DejaVu Sans"/>
              </a:defRPr>
            </a:lvl5pPr>
            <a:lvl6pPr>
              <a:defRPr sz="2325" b="0">
                <a:solidFill>
                  <a:srgbClr val="35334D"/>
                </a:solidFill>
                <a:latin typeface="DejaVu Sans"/>
                <a:ea typeface="DejaVu Sans"/>
                <a:cs typeface="DejaVu Sans"/>
              </a:defRPr>
            </a:lvl6pPr>
            <a:lvl7pPr>
              <a:defRPr sz="2325" b="0">
                <a:solidFill>
                  <a:srgbClr val="35334D"/>
                </a:solidFill>
                <a:latin typeface="DejaVu Sans"/>
                <a:ea typeface="DejaVu Sans"/>
                <a:cs typeface="DejaVu Sans"/>
              </a:defRPr>
            </a:lvl7pPr>
            <a:lvl8pPr>
              <a:defRPr sz="2325" b="0">
                <a:solidFill>
                  <a:srgbClr val="35334D"/>
                </a:solidFill>
                <a:latin typeface="DejaVu Sans"/>
                <a:ea typeface="DejaVu Sans"/>
                <a:cs typeface="DejaVu Sans"/>
              </a:defRPr>
            </a:lvl8pPr>
            <a:lvl9pPr>
              <a:defRPr sz="2325" b="0">
                <a:solidFill>
                  <a:srgbClr val="35334D"/>
                </a:solidFill>
                <a:latin typeface="DejaVu Sans"/>
                <a:ea typeface="DejaVu Sans"/>
                <a:cs typeface="DejaVu Sans"/>
              </a:defRPr>
            </a:lvl9pPr>
          </a:lstStyle>
          <a:p xmlns:a="http://schemas.openxmlformats.org/drawingml/2006/main">
            <a:pPr>
              <a:defRPr sz="2325" b="0">
                <a:solidFill>
                  <a:srgbClr val="35334D"/>
                </a:solidFill>
                <a:latin typeface="DejaVu Sans"/>
                <a:ea typeface="DejaVu Sans"/>
                <a:cs typeface="DejaVu Sans"/>
              </a:defRPr>
            </a:pPr>
            <a:r>
              <a:rPr sz="2325" b="0">
                <a:solidFill>
                  <a:srgbClr val="35334D"/>
                </a:solidFill>
                <a:latin typeface="DejaVu Sans"/>
                <a:ea typeface="DejaVu Sans"/>
                <a:cs typeface="DejaVu Sans"/>
              </a:rPr>
              <a:t>Teddy is thinking of 8.</a:t>
            </a:r>
          </a:p>
          <a:p xmlns:a="http://schemas.openxmlformats.org/drawingml/2006/main">
            <a:pPr>
              <a:defRPr sz="2325" b="0">
                <a:solidFill>
                  <a:srgbClr val="35334D"/>
                </a:solidFill>
                <a:latin typeface="DejaVu Sans"/>
                <a:ea typeface="DejaVu Sans"/>
                <a:cs typeface="DejaVu Sans"/>
              </a:defRPr>
            </a:pPr>
            <a:r>
              <a:rPr sz="2325" b="0">
                <a:solidFill>
                  <a:srgbClr val="35334D"/>
                </a:solidFill>
                <a:latin typeface="DejaVu Sans"/>
                <a:ea typeface="DejaVu Sans"/>
                <a:cs typeface="DejaVu Sans"/>
              </a:rPr>
              <a:t>Which number is before? Which is after?</a:t>
            </a:r>
          </a:p>
        </p:txBody>
      </p:sp>
      <p:sp>
        <p:nvSpPr>
          <p:cNvPr id="3" name="classroom-seven">
            <a:extLst xmlns:a="http://schemas.openxmlformats.org/drawingml/2006/main">
              <a:ext uri="{FF2B5EF4-FFF2-40B4-BE49-F238E27FC236}">
                <a16:creationId xmlns:a16="http://schemas.microsoft.com/office/drawing/2014/main" id="{9886E370-9CCB-4794-BCA5-0D96800925AD}"/>
              </a:ext>
            </a:extLst>
          </p:cNvPr>
          <p:cNvSpPr>
            <a:spLocks xmlns:a="http://schemas.openxmlformats.org/drawingml/2006/main" noGrp="1"/>
          </p:cNvSpPr>
          <p:nvPr/>
        </p:nvSpPr>
        <p:spPr>
          <a:xfrm xmlns:a="http://schemas.openxmlformats.org/drawingml/2006/main">
            <a:off x="1666875" y="2238375"/>
            <a:ext cx="1238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6300" b="0">
                <a:solidFill>
                  <a:srgbClr val="35334D"/>
                </a:solidFill>
                <a:latin typeface="DejaVu Sans"/>
                <a:ea typeface="DejaVu Sans"/>
                <a:cs typeface="DejaVu Sans"/>
              </a:defRPr>
            </a:defPPr>
            <a:lvl1pPr>
              <a:defRPr sz="6300" b="0">
                <a:solidFill>
                  <a:srgbClr val="35334D"/>
                </a:solidFill>
                <a:latin typeface="DejaVu Sans"/>
                <a:ea typeface="DejaVu Sans"/>
                <a:cs typeface="DejaVu Sans"/>
              </a:defRPr>
            </a:lvl1pPr>
            <a:lvl2pPr>
              <a:defRPr sz="6300" b="0">
                <a:solidFill>
                  <a:srgbClr val="35334D"/>
                </a:solidFill>
                <a:latin typeface="DejaVu Sans"/>
                <a:ea typeface="DejaVu Sans"/>
                <a:cs typeface="DejaVu Sans"/>
              </a:defRPr>
            </a:lvl2pPr>
            <a:lvl3pPr>
              <a:defRPr sz="6300" b="0">
                <a:solidFill>
                  <a:srgbClr val="35334D"/>
                </a:solidFill>
                <a:latin typeface="DejaVu Sans"/>
                <a:ea typeface="DejaVu Sans"/>
                <a:cs typeface="DejaVu Sans"/>
              </a:defRPr>
            </a:lvl3pPr>
            <a:lvl4pPr>
              <a:defRPr sz="6300" b="0">
                <a:solidFill>
                  <a:srgbClr val="35334D"/>
                </a:solidFill>
                <a:latin typeface="DejaVu Sans"/>
                <a:ea typeface="DejaVu Sans"/>
                <a:cs typeface="DejaVu Sans"/>
              </a:defRPr>
            </a:lvl4pPr>
            <a:lvl5pPr>
              <a:defRPr sz="6300" b="0">
                <a:solidFill>
                  <a:srgbClr val="35334D"/>
                </a:solidFill>
                <a:latin typeface="DejaVu Sans"/>
                <a:ea typeface="DejaVu Sans"/>
                <a:cs typeface="DejaVu Sans"/>
              </a:defRPr>
            </a:lvl5pPr>
            <a:lvl6pPr>
              <a:defRPr sz="6300" b="0">
                <a:solidFill>
                  <a:srgbClr val="35334D"/>
                </a:solidFill>
                <a:latin typeface="DejaVu Sans"/>
                <a:ea typeface="DejaVu Sans"/>
                <a:cs typeface="DejaVu Sans"/>
              </a:defRPr>
            </a:lvl6pPr>
            <a:lvl7pPr>
              <a:defRPr sz="6300" b="0">
                <a:solidFill>
                  <a:srgbClr val="35334D"/>
                </a:solidFill>
                <a:latin typeface="DejaVu Sans"/>
                <a:ea typeface="DejaVu Sans"/>
                <a:cs typeface="DejaVu Sans"/>
              </a:defRPr>
            </a:lvl7pPr>
            <a:lvl8pPr>
              <a:defRPr sz="6300" b="0">
                <a:solidFill>
                  <a:srgbClr val="35334D"/>
                </a:solidFill>
                <a:latin typeface="DejaVu Sans"/>
                <a:ea typeface="DejaVu Sans"/>
                <a:cs typeface="DejaVu Sans"/>
              </a:defRPr>
            </a:lvl8pPr>
            <a:lvl9pPr>
              <a:defRPr sz="6300" b="0">
                <a:solidFill>
                  <a:srgbClr val="35334D"/>
                </a:solidFill>
                <a:latin typeface="DejaVu Sans"/>
                <a:ea typeface="DejaVu Sans"/>
                <a:cs typeface="DejaVu Sans"/>
              </a:defRPr>
            </a:lvl9pPr>
          </a:lstStyle>
          <a:p xmlns:a="http://schemas.openxmlformats.org/drawingml/2006/main">
            <a:pPr>
              <a:defRPr sz="6300" b="0">
                <a:solidFill>
                  <a:srgbClr val="35334D"/>
                </a:solidFill>
                <a:latin typeface="DejaVu Sans"/>
                <a:ea typeface="DejaVu Sans"/>
                <a:cs typeface="DejaVu Sans"/>
              </a:defRPr>
            </a:pPr>
            <a:r>
              <a:rPr sz="6300" b="0">
                <a:solidFill>
                  <a:srgbClr val="35334D"/>
                </a:solidFill>
                <a:latin typeface="DejaVu Sans"/>
                <a:ea typeface="DejaVu Sans"/>
                <a:cs typeface="DejaVu Sans"/>
              </a:rPr>
              <a:t>7</a:t>
            </a:r>
          </a:p>
        </p:txBody>
      </p:sp>
      <p:sp>
        <p:nvSpPr>
          <p:cNvPr id="4" name="classroom-eight">
            <a:extLst xmlns:a="http://schemas.openxmlformats.org/drawingml/2006/main">
              <a:ext uri="{FF2B5EF4-FFF2-40B4-BE49-F238E27FC236}">
                <a16:creationId xmlns:a16="http://schemas.microsoft.com/office/drawing/2014/main" id="{520DE252-7B68-4FFA-B26B-2C1CF6A49450}"/>
              </a:ext>
            </a:extLst>
          </p:cNvPr>
          <p:cNvSpPr>
            <a:spLocks xmlns:a="http://schemas.openxmlformats.org/drawingml/2006/main" noGrp="1"/>
          </p:cNvSpPr>
          <p:nvPr/>
        </p:nvSpPr>
        <p:spPr>
          <a:xfrm xmlns:a="http://schemas.openxmlformats.org/drawingml/2006/main">
            <a:off x="4000500" y="2238375"/>
            <a:ext cx="1238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6300" b="0">
                <a:solidFill>
                  <a:srgbClr val="35334D"/>
                </a:solidFill>
                <a:latin typeface="DejaVu Sans"/>
                <a:ea typeface="DejaVu Sans"/>
                <a:cs typeface="DejaVu Sans"/>
              </a:defRPr>
            </a:defPPr>
            <a:lvl1pPr>
              <a:defRPr sz="6300" b="0">
                <a:solidFill>
                  <a:srgbClr val="35334D"/>
                </a:solidFill>
                <a:latin typeface="DejaVu Sans"/>
                <a:ea typeface="DejaVu Sans"/>
                <a:cs typeface="DejaVu Sans"/>
              </a:defRPr>
            </a:lvl1pPr>
            <a:lvl2pPr>
              <a:defRPr sz="6300" b="0">
                <a:solidFill>
                  <a:srgbClr val="35334D"/>
                </a:solidFill>
                <a:latin typeface="DejaVu Sans"/>
                <a:ea typeface="DejaVu Sans"/>
                <a:cs typeface="DejaVu Sans"/>
              </a:defRPr>
            </a:lvl2pPr>
            <a:lvl3pPr>
              <a:defRPr sz="6300" b="0">
                <a:solidFill>
                  <a:srgbClr val="35334D"/>
                </a:solidFill>
                <a:latin typeface="DejaVu Sans"/>
                <a:ea typeface="DejaVu Sans"/>
                <a:cs typeface="DejaVu Sans"/>
              </a:defRPr>
            </a:lvl3pPr>
            <a:lvl4pPr>
              <a:defRPr sz="6300" b="0">
                <a:solidFill>
                  <a:srgbClr val="35334D"/>
                </a:solidFill>
                <a:latin typeface="DejaVu Sans"/>
                <a:ea typeface="DejaVu Sans"/>
                <a:cs typeface="DejaVu Sans"/>
              </a:defRPr>
            </a:lvl4pPr>
            <a:lvl5pPr>
              <a:defRPr sz="6300" b="0">
                <a:solidFill>
                  <a:srgbClr val="35334D"/>
                </a:solidFill>
                <a:latin typeface="DejaVu Sans"/>
                <a:ea typeface="DejaVu Sans"/>
                <a:cs typeface="DejaVu Sans"/>
              </a:defRPr>
            </a:lvl5pPr>
            <a:lvl6pPr>
              <a:defRPr sz="6300" b="0">
                <a:solidFill>
                  <a:srgbClr val="35334D"/>
                </a:solidFill>
                <a:latin typeface="DejaVu Sans"/>
                <a:ea typeface="DejaVu Sans"/>
                <a:cs typeface="DejaVu Sans"/>
              </a:defRPr>
            </a:lvl6pPr>
            <a:lvl7pPr>
              <a:defRPr sz="6300" b="0">
                <a:solidFill>
                  <a:srgbClr val="35334D"/>
                </a:solidFill>
                <a:latin typeface="DejaVu Sans"/>
                <a:ea typeface="DejaVu Sans"/>
                <a:cs typeface="DejaVu Sans"/>
              </a:defRPr>
            </a:lvl7pPr>
            <a:lvl8pPr>
              <a:defRPr sz="6300" b="0">
                <a:solidFill>
                  <a:srgbClr val="35334D"/>
                </a:solidFill>
                <a:latin typeface="DejaVu Sans"/>
                <a:ea typeface="DejaVu Sans"/>
                <a:cs typeface="DejaVu Sans"/>
              </a:defRPr>
            </a:lvl8pPr>
            <a:lvl9pPr>
              <a:defRPr sz="6300" b="0">
                <a:solidFill>
                  <a:srgbClr val="35334D"/>
                </a:solidFill>
                <a:latin typeface="DejaVu Sans"/>
                <a:ea typeface="DejaVu Sans"/>
                <a:cs typeface="DejaVu Sans"/>
              </a:defRPr>
            </a:lvl9pPr>
          </a:lstStyle>
          <a:p xmlns:a="http://schemas.openxmlformats.org/drawingml/2006/main">
            <a:pPr>
              <a:defRPr sz="6300" b="0">
                <a:solidFill>
                  <a:srgbClr val="35334D"/>
                </a:solidFill>
                <a:latin typeface="DejaVu Sans"/>
                <a:ea typeface="DejaVu Sans"/>
                <a:cs typeface="DejaVu Sans"/>
              </a:defRPr>
            </a:pPr>
            <a:r>
              <a:rPr sz="6300" b="0">
                <a:solidFill>
                  <a:srgbClr val="35334D"/>
                </a:solidFill>
                <a:latin typeface="DejaVu Sans"/>
                <a:ea typeface="DejaVu Sans"/>
                <a:cs typeface="DejaVu Sans"/>
              </a:rPr>
              <a:t>8</a:t>
            </a:r>
          </a:p>
        </p:txBody>
      </p:sp>
      <p:sp>
        <p:nvSpPr>
          <p:cNvPr id="5" name="classroom-nine">
            <a:extLst xmlns:a="http://schemas.openxmlformats.org/drawingml/2006/main">
              <a:ext uri="{FF2B5EF4-FFF2-40B4-BE49-F238E27FC236}">
                <a16:creationId xmlns:a16="http://schemas.microsoft.com/office/drawing/2014/main" id="{8C6164C3-40D6-44C3-B9F6-0895205CDF13}"/>
              </a:ext>
            </a:extLst>
          </p:cNvPr>
          <p:cNvSpPr>
            <a:spLocks xmlns:a="http://schemas.openxmlformats.org/drawingml/2006/main" noGrp="1"/>
          </p:cNvSpPr>
          <p:nvPr/>
        </p:nvSpPr>
        <p:spPr>
          <a:xfrm xmlns:a="http://schemas.openxmlformats.org/drawingml/2006/main">
            <a:off x="6334125" y="2238375"/>
            <a:ext cx="1238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6300" b="0">
                <a:solidFill>
                  <a:srgbClr val="35334D"/>
                </a:solidFill>
                <a:latin typeface="DejaVu Sans"/>
                <a:ea typeface="DejaVu Sans"/>
                <a:cs typeface="DejaVu Sans"/>
              </a:defRPr>
            </a:defPPr>
            <a:lvl1pPr>
              <a:defRPr sz="6300" b="0">
                <a:solidFill>
                  <a:srgbClr val="35334D"/>
                </a:solidFill>
                <a:latin typeface="DejaVu Sans"/>
                <a:ea typeface="DejaVu Sans"/>
                <a:cs typeface="DejaVu Sans"/>
              </a:defRPr>
            </a:lvl1pPr>
            <a:lvl2pPr>
              <a:defRPr sz="6300" b="0">
                <a:solidFill>
                  <a:srgbClr val="35334D"/>
                </a:solidFill>
                <a:latin typeface="DejaVu Sans"/>
                <a:ea typeface="DejaVu Sans"/>
                <a:cs typeface="DejaVu Sans"/>
              </a:defRPr>
            </a:lvl2pPr>
            <a:lvl3pPr>
              <a:defRPr sz="6300" b="0">
                <a:solidFill>
                  <a:srgbClr val="35334D"/>
                </a:solidFill>
                <a:latin typeface="DejaVu Sans"/>
                <a:ea typeface="DejaVu Sans"/>
                <a:cs typeface="DejaVu Sans"/>
              </a:defRPr>
            </a:lvl3pPr>
            <a:lvl4pPr>
              <a:defRPr sz="6300" b="0">
                <a:solidFill>
                  <a:srgbClr val="35334D"/>
                </a:solidFill>
                <a:latin typeface="DejaVu Sans"/>
                <a:ea typeface="DejaVu Sans"/>
                <a:cs typeface="DejaVu Sans"/>
              </a:defRPr>
            </a:lvl4pPr>
            <a:lvl5pPr>
              <a:defRPr sz="6300" b="0">
                <a:solidFill>
                  <a:srgbClr val="35334D"/>
                </a:solidFill>
                <a:latin typeface="DejaVu Sans"/>
                <a:ea typeface="DejaVu Sans"/>
                <a:cs typeface="DejaVu Sans"/>
              </a:defRPr>
            </a:lvl5pPr>
            <a:lvl6pPr>
              <a:defRPr sz="6300" b="0">
                <a:solidFill>
                  <a:srgbClr val="35334D"/>
                </a:solidFill>
                <a:latin typeface="DejaVu Sans"/>
                <a:ea typeface="DejaVu Sans"/>
                <a:cs typeface="DejaVu Sans"/>
              </a:defRPr>
            </a:lvl6pPr>
            <a:lvl7pPr>
              <a:defRPr sz="6300" b="0">
                <a:solidFill>
                  <a:srgbClr val="35334D"/>
                </a:solidFill>
                <a:latin typeface="DejaVu Sans"/>
                <a:ea typeface="DejaVu Sans"/>
                <a:cs typeface="DejaVu Sans"/>
              </a:defRPr>
            </a:lvl7pPr>
            <a:lvl8pPr>
              <a:defRPr sz="6300" b="0">
                <a:solidFill>
                  <a:srgbClr val="35334D"/>
                </a:solidFill>
                <a:latin typeface="DejaVu Sans"/>
                <a:ea typeface="DejaVu Sans"/>
                <a:cs typeface="DejaVu Sans"/>
              </a:defRPr>
            </a:lvl8pPr>
            <a:lvl9pPr>
              <a:defRPr sz="6300" b="0">
                <a:solidFill>
                  <a:srgbClr val="35334D"/>
                </a:solidFill>
                <a:latin typeface="DejaVu Sans"/>
                <a:ea typeface="DejaVu Sans"/>
                <a:cs typeface="DejaVu Sans"/>
              </a:defRPr>
            </a:lvl9pPr>
          </a:lstStyle>
          <a:p xmlns:a="http://schemas.openxmlformats.org/drawingml/2006/main">
            <a:pPr>
              <a:defRPr sz="6300" b="0">
                <a:solidFill>
                  <a:srgbClr val="35334D"/>
                </a:solidFill>
                <a:latin typeface="DejaVu Sans"/>
                <a:ea typeface="DejaVu Sans"/>
                <a:cs typeface="DejaVu Sans"/>
              </a:defRPr>
            </a:pPr>
            <a:r>
              <a:rPr sz="6300" b="0">
                <a:solidFill>
                  <a:srgbClr val="35334D"/>
                </a:solidFill>
                <a:latin typeface="DejaVu Sans"/>
                <a:ea typeface="DejaVu Sans"/>
                <a:cs typeface="DejaVu Sans"/>
              </a:rPr>
              <a:t>9</a:t>
            </a:r>
          </a:p>
        </p:txBody>
      </p:sp>
      <p:sp>
        <p:nvSpPr>
          <p:cNvPr id="6" name="classroom-less">
            <a:extLst xmlns:a="http://schemas.openxmlformats.org/drawingml/2006/main">
              <a:ext uri="{FF2B5EF4-FFF2-40B4-BE49-F238E27FC236}">
                <a16:creationId xmlns:a16="http://schemas.microsoft.com/office/drawing/2014/main" id="{953421FB-708B-43D4-B022-69AF64FC12FF}"/>
              </a:ext>
            </a:extLst>
          </p:cNvPr>
          <p:cNvSpPr>
            <a:spLocks xmlns:a="http://schemas.openxmlformats.org/drawingml/2006/main" noGrp="1"/>
          </p:cNvSpPr>
          <p:nvPr/>
        </p:nvSpPr>
        <p:spPr>
          <a:xfrm xmlns:a="http://schemas.openxmlformats.org/drawingml/2006/main">
            <a:off x="1333500" y="3619500"/>
            <a:ext cx="238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700" b="0">
                <a:solidFill>
                  <a:srgbClr val="35334D"/>
                </a:solidFill>
                <a:latin typeface="DejaVu Sans"/>
                <a:ea typeface="DejaVu Sans"/>
                <a:cs typeface="DejaVu Sans"/>
              </a:defRPr>
            </a:defPPr>
            <a:lvl1pPr>
              <a:defRPr sz="2700" b="0">
                <a:solidFill>
                  <a:srgbClr val="35334D"/>
                </a:solidFill>
                <a:latin typeface="DejaVu Sans"/>
                <a:ea typeface="DejaVu Sans"/>
                <a:cs typeface="DejaVu Sans"/>
              </a:defRPr>
            </a:lvl1pPr>
            <a:lvl2pPr>
              <a:defRPr sz="2700" b="0">
                <a:solidFill>
                  <a:srgbClr val="35334D"/>
                </a:solidFill>
                <a:latin typeface="DejaVu Sans"/>
                <a:ea typeface="DejaVu Sans"/>
                <a:cs typeface="DejaVu Sans"/>
              </a:defRPr>
            </a:lvl2pPr>
            <a:lvl3pPr>
              <a:defRPr sz="2700" b="0">
                <a:solidFill>
                  <a:srgbClr val="35334D"/>
                </a:solidFill>
                <a:latin typeface="DejaVu Sans"/>
                <a:ea typeface="DejaVu Sans"/>
                <a:cs typeface="DejaVu Sans"/>
              </a:defRPr>
            </a:lvl3pPr>
            <a:lvl4pPr>
              <a:defRPr sz="2700" b="0">
                <a:solidFill>
                  <a:srgbClr val="35334D"/>
                </a:solidFill>
                <a:latin typeface="DejaVu Sans"/>
                <a:ea typeface="DejaVu Sans"/>
                <a:cs typeface="DejaVu Sans"/>
              </a:defRPr>
            </a:lvl4pPr>
            <a:lvl5pPr>
              <a:defRPr sz="2700" b="0">
                <a:solidFill>
                  <a:srgbClr val="35334D"/>
                </a:solidFill>
                <a:latin typeface="DejaVu Sans"/>
                <a:ea typeface="DejaVu Sans"/>
                <a:cs typeface="DejaVu Sans"/>
              </a:defRPr>
            </a:lvl5pPr>
            <a:lvl6pPr>
              <a:defRPr sz="2700" b="0">
                <a:solidFill>
                  <a:srgbClr val="35334D"/>
                </a:solidFill>
                <a:latin typeface="DejaVu Sans"/>
                <a:ea typeface="DejaVu Sans"/>
                <a:cs typeface="DejaVu Sans"/>
              </a:defRPr>
            </a:lvl6pPr>
            <a:lvl7pPr>
              <a:defRPr sz="2700" b="0">
                <a:solidFill>
                  <a:srgbClr val="35334D"/>
                </a:solidFill>
                <a:latin typeface="DejaVu Sans"/>
                <a:ea typeface="DejaVu Sans"/>
                <a:cs typeface="DejaVu Sans"/>
              </a:defRPr>
            </a:lvl7pPr>
            <a:lvl8pPr>
              <a:defRPr sz="2700" b="0">
                <a:solidFill>
                  <a:srgbClr val="35334D"/>
                </a:solidFill>
                <a:latin typeface="DejaVu Sans"/>
                <a:ea typeface="DejaVu Sans"/>
                <a:cs typeface="DejaVu Sans"/>
              </a:defRPr>
            </a:lvl8pPr>
            <a:lvl9pPr>
              <a:defRPr sz="2700" b="0">
                <a:solidFill>
                  <a:srgbClr val="35334D"/>
                </a:solidFill>
                <a:latin typeface="DejaVu Sans"/>
                <a:ea typeface="DejaVu Sans"/>
                <a:cs typeface="DejaVu Sans"/>
              </a:defRPr>
            </a:lvl9pPr>
          </a:lstStyle>
          <a:p xmlns:a="http://schemas.openxmlformats.org/drawingml/2006/main">
            <a:pPr>
              <a:defRPr sz="2700" b="0">
                <a:solidFill>
                  <a:srgbClr val="35334D"/>
                </a:solidFill>
                <a:latin typeface="DejaVu Sans"/>
                <a:ea typeface="DejaVu Sans"/>
                <a:cs typeface="DejaVu Sans"/>
              </a:defRPr>
            </a:pPr>
            <a:r>
              <a:rPr sz="2700" b="0">
                <a:solidFill>
                  <a:srgbClr val="35334D"/>
                </a:solidFill>
                <a:latin typeface="DejaVu Sans"/>
                <a:ea typeface="DejaVu Sans"/>
                <a:cs typeface="DejaVu Sans"/>
              </a:rPr>
              <a:t>One less</a:t>
            </a:r>
          </a:p>
        </p:txBody>
      </p:sp>
      <p:sp>
        <p:nvSpPr>
          <p:cNvPr id="7" name="classroom-more">
            <a:extLst xmlns:a="http://schemas.openxmlformats.org/drawingml/2006/main">
              <a:ext uri="{FF2B5EF4-FFF2-40B4-BE49-F238E27FC236}">
                <a16:creationId xmlns:a16="http://schemas.microsoft.com/office/drawing/2014/main" id="{09DFEF30-11AF-47B5-AA62-B544254BF555}"/>
              </a:ext>
            </a:extLst>
          </p:cNvPr>
          <p:cNvSpPr>
            <a:spLocks xmlns:a="http://schemas.openxmlformats.org/drawingml/2006/main" noGrp="1"/>
          </p:cNvSpPr>
          <p:nvPr/>
        </p:nvSpPr>
        <p:spPr>
          <a:xfrm xmlns:a="http://schemas.openxmlformats.org/drawingml/2006/main">
            <a:off x="5953125" y="3619500"/>
            <a:ext cx="257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700" b="0">
                <a:solidFill>
                  <a:srgbClr val="35334D"/>
                </a:solidFill>
                <a:latin typeface="DejaVu Sans"/>
                <a:ea typeface="DejaVu Sans"/>
                <a:cs typeface="DejaVu Sans"/>
              </a:defRPr>
            </a:defPPr>
            <a:lvl1pPr>
              <a:defRPr sz="2700" b="0">
                <a:solidFill>
                  <a:srgbClr val="35334D"/>
                </a:solidFill>
                <a:latin typeface="DejaVu Sans"/>
                <a:ea typeface="DejaVu Sans"/>
                <a:cs typeface="DejaVu Sans"/>
              </a:defRPr>
            </a:lvl1pPr>
            <a:lvl2pPr>
              <a:defRPr sz="2700" b="0">
                <a:solidFill>
                  <a:srgbClr val="35334D"/>
                </a:solidFill>
                <a:latin typeface="DejaVu Sans"/>
                <a:ea typeface="DejaVu Sans"/>
                <a:cs typeface="DejaVu Sans"/>
              </a:defRPr>
            </a:lvl2pPr>
            <a:lvl3pPr>
              <a:defRPr sz="2700" b="0">
                <a:solidFill>
                  <a:srgbClr val="35334D"/>
                </a:solidFill>
                <a:latin typeface="DejaVu Sans"/>
                <a:ea typeface="DejaVu Sans"/>
                <a:cs typeface="DejaVu Sans"/>
              </a:defRPr>
            </a:lvl3pPr>
            <a:lvl4pPr>
              <a:defRPr sz="2700" b="0">
                <a:solidFill>
                  <a:srgbClr val="35334D"/>
                </a:solidFill>
                <a:latin typeface="DejaVu Sans"/>
                <a:ea typeface="DejaVu Sans"/>
                <a:cs typeface="DejaVu Sans"/>
              </a:defRPr>
            </a:lvl4pPr>
            <a:lvl5pPr>
              <a:defRPr sz="2700" b="0">
                <a:solidFill>
                  <a:srgbClr val="35334D"/>
                </a:solidFill>
                <a:latin typeface="DejaVu Sans"/>
                <a:ea typeface="DejaVu Sans"/>
                <a:cs typeface="DejaVu Sans"/>
              </a:defRPr>
            </a:lvl5pPr>
            <a:lvl6pPr>
              <a:defRPr sz="2700" b="0">
                <a:solidFill>
                  <a:srgbClr val="35334D"/>
                </a:solidFill>
                <a:latin typeface="DejaVu Sans"/>
                <a:ea typeface="DejaVu Sans"/>
                <a:cs typeface="DejaVu Sans"/>
              </a:defRPr>
            </a:lvl6pPr>
            <a:lvl7pPr>
              <a:defRPr sz="2700" b="0">
                <a:solidFill>
                  <a:srgbClr val="35334D"/>
                </a:solidFill>
                <a:latin typeface="DejaVu Sans"/>
                <a:ea typeface="DejaVu Sans"/>
                <a:cs typeface="DejaVu Sans"/>
              </a:defRPr>
            </a:lvl7pPr>
            <a:lvl8pPr>
              <a:defRPr sz="2700" b="0">
                <a:solidFill>
                  <a:srgbClr val="35334D"/>
                </a:solidFill>
                <a:latin typeface="DejaVu Sans"/>
                <a:ea typeface="DejaVu Sans"/>
                <a:cs typeface="DejaVu Sans"/>
              </a:defRPr>
            </a:lvl8pPr>
            <a:lvl9pPr>
              <a:defRPr sz="2700" b="0">
                <a:solidFill>
                  <a:srgbClr val="35334D"/>
                </a:solidFill>
                <a:latin typeface="DejaVu Sans"/>
                <a:ea typeface="DejaVu Sans"/>
                <a:cs typeface="DejaVu Sans"/>
              </a:defRPr>
            </a:lvl9pPr>
          </a:lstStyle>
          <a:p xmlns:a="http://schemas.openxmlformats.org/drawingml/2006/main">
            <a:pPr>
              <a:defRPr sz="2700" b="0">
                <a:solidFill>
                  <a:srgbClr val="35334D"/>
                </a:solidFill>
                <a:latin typeface="DejaVu Sans"/>
                <a:ea typeface="DejaVu Sans"/>
                <a:cs typeface="DejaVu Sans"/>
              </a:defRPr>
            </a:pPr>
            <a:r>
              <a:rPr sz="2700" b="0">
                <a:solidFill>
                  <a:srgbClr val="35334D"/>
                </a:solidFill>
                <a:latin typeface="DejaVu Sans"/>
                <a:ea typeface="DejaVu Sans"/>
                <a:cs typeface="DejaVu Sans"/>
              </a:rPr>
              <a:t>One more</a:t>
            </a:r>
          </a:p>
        </p:txBody>
      </p:sp>
      <p:sp>
        <p:nvSpPr>
          <p:cNvPr id="8" name="classroom-rule">
            <a:extLst xmlns:a="http://schemas.openxmlformats.org/drawingml/2006/main">
              <a:ext uri="{FF2B5EF4-FFF2-40B4-BE49-F238E27FC236}">
                <a16:creationId xmlns:a16="http://schemas.microsoft.com/office/drawing/2014/main" id="{6F14F8B9-9489-4208-8777-826646A2BECB}"/>
              </a:ext>
            </a:extLst>
          </p:cNvPr>
          <p:cNvSpPr>
            <a:spLocks xmlns:a="http://schemas.openxmlformats.org/drawingml/2006/main" noGrp="1"/>
          </p:cNvSpPr>
          <p:nvPr/>
        </p:nvSpPr>
        <p:spPr>
          <a:xfrm xmlns:a="http://schemas.openxmlformats.org/drawingml/2006/main">
            <a:off x="1095375" y="4476750"/>
            <a:ext cx="7620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250" b="0">
                <a:solidFill>
                  <a:srgbClr val="35334D"/>
                </a:solidFill>
                <a:latin typeface="DejaVu Sans"/>
                <a:ea typeface="DejaVu Sans"/>
                <a:cs typeface="DejaVu Sans"/>
              </a:defRPr>
            </a:defPPr>
            <a:lvl1pPr>
              <a:defRPr sz="2250" b="0">
                <a:solidFill>
                  <a:srgbClr val="35334D"/>
                </a:solidFill>
                <a:latin typeface="DejaVu Sans"/>
                <a:ea typeface="DejaVu Sans"/>
                <a:cs typeface="DejaVu Sans"/>
              </a:defRPr>
            </a:lvl1pPr>
            <a:lvl2pPr>
              <a:defRPr sz="2250" b="0">
                <a:solidFill>
                  <a:srgbClr val="35334D"/>
                </a:solidFill>
                <a:latin typeface="DejaVu Sans"/>
                <a:ea typeface="DejaVu Sans"/>
                <a:cs typeface="DejaVu Sans"/>
              </a:defRPr>
            </a:lvl2pPr>
            <a:lvl3pPr>
              <a:defRPr sz="2250" b="0">
                <a:solidFill>
                  <a:srgbClr val="35334D"/>
                </a:solidFill>
                <a:latin typeface="DejaVu Sans"/>
                <a:ea typeface="DejaVu Sans"/>
                <a:cs typeface="DejaVu Sans"/>
              </a:defRPr>
            </a:lvl3pPr>
            <a:lvl4pPr>
              <a:defRPr sz="2250" b="0">
                <a:solidFill>
                  <a:srgbClr val="35334D"/>
                </a:solidFill>
                <a:latin typeface="DejaVu Sans"/>
                <a:ea typeface="DejaVu Sans"/>
                <a:cs typeface="DejaVu Sans"/>
              </a:defRPr>
            </a:lvl4pPr>
            <a:lvl5pPr>
              <a:defRPr sz="2250" b="0">
                <a:solidFill>
                  <a:srgbClr val="35334D"/>
                </a:solidFill>
                <a:latin typeface="DejaVu Sans"/>
                <a:ea typeface="DejaVu Sans"/>
                <a:cs typeface="DejaVu Sans"/>
              </a:defRPr>
            </a:lvl5pPr>
            <a:lvl6pPr>
              <a:defRPr sz="2250" b="0">
                <a:solidFill>
                  <a:srgbClr val="35334D"/>
                </a:solidFill>
                <a:latin typeface="DejaVu Sans"/>
                <a:ea typeface="DejaVu Sans"/>
                <a:cs typeface="DejaVu Sans"/>
              </a:defRPr>
            </a:lvl6pPr>
            <a:lvl7pPr>
              <a:defRPr sz="2250" b="0">
                <a:solidFill>
                  <a:srgbClr val="35334D"/>
                </a:solidFill>
                <a:latin typeface="DejaVu Sans"/>
                <a:ea typeface="DejaVu Sans"/>
                <a:cs typeface="DejaVu Sans"/>
              </a:defRPr>
            </a:lvl7pPr>
            <a:lvl8pPr>
              <a:defRPr sz="2250" b="0">
                <a:solidFill>
                  <a:srgbClr val="35334D"/>
                </a:solidFill>
                <a:latin typeface="DejaVu Sans"/>
                <a:ea typeface="DejaVu Sans"/>
                <a:cs typeface="DejaVu Sans"/>
              </a:defRPr>
            </a:lvl8pPr>
            <a:lvl9pPr>
              <a:defRPr sz="2250" b="0">
                <a:solidFill>
                  <a:srgbClr val="35334D"/>
                </a:solidFill>
                <a:latin typeface="DejaVu Sans"/>
                <a:ea typeface="DejaVu Sans"/>
                <a:cs typeface="DejaVu Sans"/>
              </a:defRPr>
            </a:lvl9pPr>
          </a:lstStyle>
          <a:p xmlns:a="http://schemas.openxmlformats.org/drawingml/2006/main">
            <a:pPr>
              <a:defRPr sz="2250" b="0">
                <a:solidFill>
                  <a:srgbClr val="35334D"/>
                </a:solidFill>
                <a:latin typeface="DejaVu Sans"/>
                <a:ea typeface="DejaVu Sans"/>
                <a:cs typeface="DejaVu Sans"/>
              </a:defRPr>
            </a:pPr>
            <a:r>
              <a:rPr sz="2250" b="0">
                <a:solidFill>
                  <a:srgbClr val="35334D"/>
                </a:solidFill>
                <a:latin typeface="DejaVu Sans"/>
                <a:ea typeface="DejaVu Sans"/>
                <a:cs typeface="DejaVu Sans"/>
              </a:rPr>
              <a:t>7 comes before 8.     9 comes after 8.</a:t>
            </a:r>
          </a:p>
        </p:txBody>
      </p:sp>
      <p:sp>
        <p:nvSpPr>
          <p:cNvPr id="9" name="classroom-page">
            <a:extLst xmlns:a="http://schemas.openxmlformats.org/drawingml/2006/main">
              <a:ext uri="{FF2B5EF4-FFF2-40B4-BE49-F238E27FC236}">
                <a16:creationId xmlns:a16="http://schemas.microsoft.com/office/drawing/2014/main" id="{EED1972F-304E-4C06-B1EC-E75832554B54}"/>
              </a:ext>
            </a:extLst>
          </p:cNvPr>
          <p:cNvSpPr>
            <a:spLocks xmlns:a="http://schemas.openxmlformats.org/drawingml/2006/main" noGrp="1"/>
          </p:cNvSpPr>
          <p:nvPr/>
        </p:nvSpPr>
        <p:spPr>
          <a:xfrm xmlns:a="http://schemas.openxmlformats.org/drawingml/2006/main">
            <a:off x="8429625" y="48768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75" b="0">
                <a:solidFill>
                  <a:srgbClr val="35334D"/>
                </a:solidFill>
                <a:latin typeface="DejaVu Sans"/>
                <a:ea typeface="DejaVu Sans"/>
                <a:cs typeface="DejaVu Sans"/>
              </a:defRPr>
            </a:defPPr>
            <a:lvl1pPr>
              <a:defRPr sz="975" b="0">
                <a:solidFill>
                  <a:srgbClr val="35334D"/>
                </a:solidFill>
                <a:latin typeface="DejaVu Sans"/>
                <a:ea typeface="DejaVu Sans"/>
                <a:cs typeface="DejaVu Sans"/>
              </a:defRPr>
            </a:lvl1pPr>
            <a:lvl2pPr>
              <a:defRPr sz="975" b="0">
                <a:solidFill>
                  <a:srgbClr val="35334D"/>
                </a:solidFill>
                <a:latin typeface="DejaVu Sans"/>
                <a:ea typeface="DejaVu Sans"/>
                <a:cs typeface="DejaVu Sans"/>
              </a:defRPr>
            </a:lvl2pPr>
            <a:lvl3pPr>
              <a:defRPr sz="975" b="0">
                <a:solidFill>
                  <a:srgbClr val="35334D"/>
                </a:solidFill>
                <a:latin typeface="DejaVu Sans"/>
                <a:ea typeface="DejaVu Sans"/>
                <a:cs typeface="DejaVu Sans"/>
              </a:defRPr>
            </a:lvl3pPr>
            <a:lvl4pPr>
              <a:defRPr sz="975" b="0">
                <a:solidFill>
                  <a:srgbClr val="35334D"/>
                </a:solidFill>
                <a:latin typeface="DejaVu Sans"/>
                <a:ea typeface="DejaVu Sans"/>
                <a:cs typeface="DejaVu Sans"/>
              </a:defRPr>
            </a:lvl4pPr>
            <a:lvl5pPr>
              <a:defRPr sz="975" b="0">
                <a:solidFill>
                  <a:srgbClr val="35334D"/>
                </a:solidFill>
                <a:latin typeface="DejaVu Sans"/>
                <a:ea typeface="DejaVu Sans"/>
                <a:cs typeface="DejaVu Sans"/>
              </a:defRPr>
            </a:lvl5pPr>
            <a:lvl6pPr>
              <a:defRPr sz="975" b="0">
                <a:solidFill>
                  <a:srgbClr val="35334D"/>
                </a:solidFill>
                <a:latin typeface="DejaVu Sans"/>
                <a:ea typeface="DejaVu Sans"/>
                <a:cs typeface="DejaVu Sans"/>
              </a:defRPr>
            </a:lvl6pPr>
            <a:lvl7pPr>
              <a:defRPr sz="975" b="0">
                <a:solidFill>
                  <a:srgbClr val="35334D"/>
                </a:solidFill>
                <a:latin typeface="DejaVu Sans"/>
                <a:ea typeface="DejaVu Sans"/>
                <a:cs typeface="DejaVu Sans"/>
              </a:defRPr>
            </a:lvl7pPr>
            <a:lvl8pPr>
              <a:defRPr sz="975" b="0">
                <a:solidFill>
                  <a:srgbClr val="35334D"/>
                </a:solidFill>
                <a:latin typeface="DejaVu Sans"/>
                <a:ea typeface="DejaVu Sans"/>
                <a:cs typeface="DejaVu Sans"/>
              </a:defRPr>
            </a:lvl8pPr>
            <a:lvl9pPr>
              <a:defRPr sz="975" b="0">
                <a:solidFill>
                  <a:srgbClr val="35334D"/>
                </a:solidFill>
                <a:latin typeface="DejaVu Sans"/>
                <a:ea typeface="DejaVu Sans"/>
                <a:cs typeface="DejaVu Sans"/>
              </a:defRPr>
            </a:lvl9pPr>
          </a:lstStyle>
          <a:p xmlns:a="http://schemas.openxmlformats.org/drawingml/2006/main">
            <a:pPr>
              <a:defRPr sz="975" b="0">
                <a:solidFill>
                  <a:srgbClr val="35334D"/>
                </a:solidFill>
                <a:latin typeface="DejaVu Sans"/>
                <a:ea typeface="DejaVu Sans"/>
                <a:cs typeface="DejaVu Sans"/>
              </a:defRPr>
            </a:pPr>
            <a:r>
              <a:rPr sz="975" b="0">
                <a:solidFill>
                  <a:srgbClr val="35334D"/>
                </a:solidFill>
                <a:latin typeface="DejaVu Sans"/>
                <a:ea typeface="DejaVu Sans"/>
                <a:cs typeface="DejaVu Sans"/>
              </a:rPr>
              <a:t>4 / 8</a:t>
            </a:r>
          </a:p>
        </p:txBody>
      </p:sp>
    </p:spTree>
    <p:extLst>
      <p:ext uri="{BB962C8B-B14F-4D97-AF65-F5344CB8AC3E}">
        <p14:creationId xmlns:p14="http://schemas.microsoft.com/office/powerpoint/2010/main" val="1055584140"/>
      </p:ext>
    </p:extLst>
  </p:cSld>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nodeType="clickEffect">
                                  <p:stCondLst>
                                    <p:cond delay="0"/>
                                  </p:stCondLst>
                                  <p:childTnLst>
                                    <p:set>
                                      <p:cBhvr>
                                        <p:cTn id="5" dur="1" fill="hold"/>
                                        <p:tgtEl>
                                          <p:spTgt spid="6"/>
                                        </p:tgtEl>
                                        <p:attrNameLst>
                                          <p:attrName>style.visibility</p:attrName>
                                        </p:attrNameLst>
                                      </p:cBhvr>
                                      <p:to>
                                        <p:strVal val="visible"/>
                                      </p:to>
                                    </p:set>
                                    <p:animEffect transition="in" filter="fade">
                                      <p:cBhvr>
                                        <p:cTn id="6" dur="500" fill="hold"/>
                                        <p:tgtEl>
                                          <p:spTgt spid="6"/>
                                        </p:tgtEl>
                                      </p:cBhvr>
                                    </p:animEffect>
                                  </p:childTnLst>
                                </p:cTn>
                              </p:par>
                              <p:par>
                                <p:cTn id="10" presetID="10" presetClass="entr" presetSubtype="0" fill="hold" nodeType="withEffect">
                                  <p:stCondLst>
                                    <p:cond delay="0"/>
                                  </p:stCondLst>
                                  <p:childTnLst>
                                    <p:set>
                                      <p:cBhvr>
                                        <p:cTn id="8" dur="1" fill="hold"/>
                                        <p:tgtEl>
                                          <p:spTgt spid="7"/>
                                        </p:tgtEl>
                                        <p:attrNameLst>
                                          <p:attrName>style.visibility</p:attrName>
                                        </p:attrNameLst>
                                      </p:cBhvr>
                                      <p:to>
                                        <p:strVal val="visible"/>
                                      </p:to>
                                    </p:set>
                                    <p:animEffect transition="in" filter="fade">
                                      <p:cBhvr>
                                        <p:cTn id="9" dur="500" fill="hold"/>
                                        <p:tgtEl>
                                          <p:spTgt spid="7"/>
                                        </p:tgtEl>
                                      </p:cBhvr>
                                    </p:animEffect>
                                  </p:childTnLst>
                                </p:cTn>
                              </p:par>
                              <p:par>
                                <p:cTn id="13" presetID="10" presetClass="entr" presetSubtype="0" fill="hold" nodeType="withEffect">
                                  <p:stCondLst>
                                    <p:cond delay="0"/>
                                  </p:stCondLst>
                                  <p:childTnLst>
                                    <p:set>
                                      <p:cBhvr>
                                        <p:cTn id="11" dur="1" fill="hold"/>
                                        <p:tgtEl>
                                          <p:spTgt spid="8"/>
                                        </p:tgtEl>
                                        <p:attrNameLst>
                                          <p:attrName>style.visibility</p:attrName>
                                        </p:attrNameLst>
                                      </p:cBhvr>
                                      <p:to>
                                        <p:strVal val="visible"/>
                                      </p:to>
                                    </p:set>
                                    <p:animEffect transition="in" filter="fade">
                                      <p:cBhvr>
                                        <p:cTn id="12" dur="500" fill="hold"/>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7" grpId="0" build="allAtOnce"/>
      <p:bldP spid="8" grpId="0" build="allAtOnce"/>
    </p:bldLst>
  </p:timing>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classroom-title">
            <a:extLst xmlns:a="http://schemas.openxmlformats.org/drawingml/2006/main">
              <a:ext uri="{FF2B5EF4-FFF2-40B4-BE49-F238E27FC236}">
                <a16:creationId xmlns:a16="http://schemas.microsoft.com/office/drawing/2014/main" id="{69682917-36C6-4317-B058-9DA2BAEB5756}"/>
              </a:ext>
            </a:extLst>
          </p:cNvPr>
          <p:cNvSpPr>
            <a:spLocks xmlns:a="http://schemas.openxmlformats.org/drawingml/2006/main" noGrp="1"/>
          </p:cNvSpPr>
          <p:nvPr/>
        </p:nvSpPr>
        <p:spPr>
          <a:xfrm xmlns:a="http://schemas.openxmlformats.org/drawingml/2006/main">
            <a:off x="476250" y="333375"/>
            <a:ext cx="8191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300" b="1">
                <a:solidFill>
                  <a:srgbClr val="AD315B"/>
                </a:solidFill>
                <a:latin typeface="DejaVu Sans"/>
                <a:ea typeface="DejaVu Sans"/>
                <a:cs typeface="DejaVu Sans"/>
              </a:defRPr>
            </a:defPPr>
            <a:lvl1pPr>
              <a:defRPr sz="3300" b="1">
                <a:solidFill>
                  <a:srgbClr val="AD315B"/>
                </a:solidFill>
                <a:latin typeface="DejaVu Sans"/>
                <a:ea typeface="DejaVu Sans"/>
                <a:cs typeface="DejaVu Sans"/>
              </a:defRPr>
            </a:lvl1pPr>
            <a:lvl2pPr>
              <a:defRPr sz="3300" b="1">
                <a:solidFill>
                  <a:srgbClr val="AD315B"/>
                </a:solidFill>
                <a:latin typeface="DejaVu Sans"/>
                <a:ea typeface="DejaVu Sans"/>
                <a:cs typeface="DejaVu Sans"/>
              </a:defRPr>
            </a:lvl2pPr>
            <a:lvl3pPr>
              <a:defRPr sz="3300" b="1">
                <a:solidFill>
                  <a:srgbClr val="AD315B"/>
                </a:solidFill>
                <a:latin typeface="DejaVu Sans"/>
                <a:ea typeface="DejaVu Sans"/>
                <a:cs typeface="DejaVu Sans"/>
              </a:defRPr>
            </a:lvl3pPr>
            <a:lvl4pPr>
              <a:defRPr sz="3300" b="1">
                <a:solidFill>
                  <a:srgbClr val="AD315B"/>
                </a:solidFill>
                <a:latin typeface="DejaVu Sans"/>
                <a:ea typeface="DejaVu Sans"/>
                <a:cs typeface="DejaVu Sans"/>
              </a:defRPr>
            </a:lvl4pPr>
            <a:lvl5pPr>
              <a:defRPr sz="3300" b="1">
                <a:solidFill>
                  <a:srgbClr val="AD315B"/>
                </a:solidFill>
                <a:latin typeface="DejaVu Sans"/>
                <a:ea typeface="DejaVu Sans"/>
                <a:cs typeface="DejaVu Sans"/>
              </a:defRPr>
            </a:lvl5pPr>
            <a:lvl6pPr>
              <a:defRPr sz="3300" b="1">
                <a:solidFill>
                  <a:srgbClr val="AD315B"/>
                </a:solidFill>
                <a:latin typeface="DejaVu Sans"/>
                <a:ea typeface="DejaVu Sans"/>
                <a:cs typeface="DejaVu Sans"/>
              </a:defRPr>
            </a:lvl6pPr>
            <a:lvl7pPr>
              <a:defRPr sz="3300" b="1">
                <a:solidFill>
                  <a:srgbClr val="AD315B"/>
                </a:solidFill>
                <a:latin typeface="DejaVu Sans"/>
                <a:ea typeface="DejaVu Sans"/>
                <a:cs typeface="DejaVu Sans"/>
              </a:defRPr>
            </a:lvl7pPr>
            <a:lvl8pPr>
              <a:defRPr sz="3300" b="1">
                <a:solidFill>
                  <a:srgbClr val="AD315B"/>
                </a:solidFill>
                <a:latin typeface="DejaVu Sans"/>
                <a:ea typeface="DejaVu Sans"/>
                <a:cs typeface="DejaVu Sans"/>
              </a:defRPr>
            </a:lvl8pPr>
            <a:lvl9pPr>
              <a:defRPr sz="3300" b="1">
                <a:solidFill>
                  <a:srgbClr val="AD315B"/>
                </a:solidFill>
                <a:latin typeface="DejaVu Sans"/>
                <a:ea typeface="DejaVu Sans"/>
                <a:cs typeface="DejaVu Sans"/>
              </a:defRPr>
            </a:lvl9pPr>
          </a:lstStyle>
          <a:p xmlns:a="http://schemas.openxmlformats.org/drawingml/2006/main">
            <a:pPr>
              <a:defRPr sz="3300" b="1">
                <a:solidFill>
                  <a:srgbClr val="AD315B"/>
                </a:solidFill>
                <a:latin typeface="DejaVu Sans"/>
                <a:ea typeface="DejaVu Sans"/>
                <a:cs typeface="DejaVu Sans"/>
              </a:defRPr>
            </a:pPr>
            <a:r>
              <a:rPr sz="3300" b="1">
                <a:solidFill>
                  <a:srgbClr val="AD315B"/>
                </a:solidFill>
                <a:latin typeface="DejaVu Sans"/>
                <a:ea typeface="DejaVu Sans"/>
                <a:cs typeface="DejaVu Sans"/>
              </a:rPr>
              <a:t>One more candle</a:t>
            </a:r>
          </a:p>
        </p:txBody>
      </p:sp>
      <p:sp>
        <p:nvSpPr>
          <p:cNvPr id="2" name="classroom-body">
            <a:extLst xmlns:a="http://schemas.openxmlformats.org/drawingml/2006/main">
              <a:ext uri="{FF2B5EF4-FFF2-40B4-BE49-F238E27FC236}">
                <a16:creationId xmlns:a16="http://schemas.microsoft.com/office/drawing/2014/main" id="{0EAF438C-2C78-4C34-9374-F7EBC9349A5B}"/>
              </a:ext>
            </a:extLst>
          </p:cNvPr>
          <p:cNvSpPr>
            <a:spLocks xmlns:a="http://schemas.openxmlformats.org/drawingml/2006/main" noGrp="1"/>
          </p:cNvSpPr>
          <p:nvPr/>
        </p:nvSpPr>
        <p:spPr>
          <a:xfrm xmlns:a="http://schemas.openxmlformats.org/drawingml/2006/main">
            <a:off x="523875" y="1095375"/>
            <a:ext cx="8096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325" b="0">
                <a:solidFill>
                  <a:srgbClr val="35334D"/>
                </a:solidFill>
                <a:latin typeface="DejaVu Sans"/>
                <a:ea typeface="DejaVu Sans"/>
                <a:cs typeface="DejaVu Sans"/>
              </a:defRPr>
            </a:defPPr>
            <a:lvl1pPr>
              <a:defRPr sz="2325" b="0">
                <a:solidFill>
                  <a:srgbClr val="35334D"/>
                </a:solidFill>
                <a:latin typeface="DejaVu Sans"/>
                <a:ea typeface="DejaVu Sans"/>
                <a:cs typeface="DejaVu Sans"/>
              </a:defRPr>
            </a:lvl1pPr>
            <a:lvl2pPr>
              <a:defRPr sz="2325" b="0">
                <a:solidFill>
                  <a:srgbClr val="35334D"/>
                </a:solidFill>
                <a:latin typeface="DejaVu Sans"/>
                <a:ea typeface="DejaVu Sans"/>
                <a:cs typeface="DejaVu Sans"/>
              </a:defRPr>
            </a:lvl2pPr>
            <a:lvl3pPr>
              <a:defRPr sz="2325" b="0">
                <a:solidFill>
                  <a:srgbClr val="35334D"/>
                </a:solidFill>
                <a:latin typeface="DejaVu Sans"/>
                <a:ea typeface="DejaVu Sans"/>
                <a:cs typeface="DejaVu Sans"/>
              </a:defRPr>
            </a:lvl3pPr>
            <a:lvl4pPr>
              <a:defRPr sz="2325" b="0">
                <a:solidFill>
                  <a:srgbClr val="35334D"/>
                </a:solidFill>
                <a:latin typeface="DejaVu Sans"/>
                <a:ea typeface="DejaVu Sans"/>
                <a:cs typeface="DejaVu Sans"/>
              </a:defRPr>
            </a:lvl4pPr>
            <a:lvl5pPr>
              <a:defRPr sz="2325" b="0">
                <a:solidFill>
                  <a:srgbClr val="35334D"/>
                </a:solidFill>
                <a:latin typeface="DejaVu Sans"/>
                <a:ea typeface="DejaVu Sans"/>
                <a:cs typeface="DejaVu Sans"/>
              </a:defRPr>
            </a:lvl5pPr>
            <a:lvl6pPr>
              <a:defRPr sz="2325" b="0">
                <a:solidFill>
                  <a:srgbClr val="35334D"/>
                </a:solidFill>
                <a:latin typeface="DejaVu Sans"/>
                <a:ea typeface="DejaVu Sans"/>
                <a:cs typeface="DejaVu Sans"/>
              </a:defRPr>
            </a:lvl6pPr>
            <a:lvl7pPr>
              <a:defRPr sz="2325" b="0">
                <a:solidFill>
                  <a:srgbClr val="35334D"/>
                </a:solidFill>
                <a:latin typeface="DejaVu Sans"/>
                <a:ea typeface="DejaVu Sans"/>
                <a:cs typeface="DejaVu Sans"/>
              </a:defRPr>
            </a:lvl7pPr>
            <a:lvl8pPr>
              <a:defRPr sz="2325" b="0">
                <a:solidFill>
                  <a:srgbClr val="35334D"/>
                </a:solidFill>
                <a:latin typeface="DejaVu Sans"/>
                <a:ea typeface="DejaVu Sans"/>
                <a:cs typeface="DejaVu Sans"/>
              </a:defRPr>
            </a:lvl8pPr>
            <a:lvl9pPr>
              <a:defRPr sz="2325" b="0">
                <a:solidFill>
                  <a:srgbClr val="35334D"/>
                </a:solidFill>
                <a:latin typeface="DejaVu Sans"/>
                <a:ea typeface="DejaVu Sans"/>
                <a:cs typeface="DejaVu Sans"/>
              </a:defRPr>
            </a:lvl9pPr>
          </a:lstStyle>
          <a:p xmlns:a="http://schemas.openxmlformats.org/drawingml/2006/main">
            <a:pPr>
              <a:defRPr sz="2325" b="0">
                <a:solidFill>
                  <a:srgbClr val="35334D"/>
                </a:solidFill>
                <a:latin typeface="DejaVu Sans"/>
                <a:ea typeface="DejaVu Sans"/>
                <a:cs typeface="DejaVu Sans"/>
              </a:defRPr>
            </a:pPr>
            <a:r>
              <a:rPr sz="2325" b="0">
                <a:solidFill>
                  <a:srgbClr val="35334D"/>
                </a:solidFill>
                <a:latin typeface="DejaVu Sans"/>
                <a:ea typeface="DejaVu Sans"/>
                <a:cs typeface="DejaVu Sans"/>
              </a:rPr>
              <a:t>There are 9 candles for the cake.</a:t>
            </a:r>
          </a:p>
          <a:p xmlns:a="http://schemas.openxmlformats.org/drawingml/2006/main">
            <a:pPr>
              <a:defRPr sz="2325" b="0">
                <a:solidFill>
                  <a:srgbClr val="35334D"/>
                </a:solidFill>
                <a:latin typeface="DejaVu Sans"/>
                <a:ea typeface="DejaVu Sans"/>
                <a:cs typeface="DejaVu Sans"/>
              </a:defRPr>
            </a:pPr>
            <a:r>
              <a:rPr sz="2325" b="0">
                <a:solidFill>
                  <a:srgbClr val="35334D"/>
                </a:solidFill>
                <a:latin typeface="DejaVu Sans"/>
                <a:ea typeface="DejaVu Sans"/>
                <a:cs typeface="DejaVu Sans"/>
              </a:rPr>
              <a:t>Teddy adds 1. What is one more than 9?</a:t>
            </a:r>
          </a:p>
        </p:txBody>
      </p:sp>
      <p:pic>
        <p:nvPicPr>
          <p:cNvPr id="3" name="">
            <a:extLst xmlns:a="http://schemas.openxmlformats.org/drawingml/2006/main">
              <a:ext uri="{FF2B5EF4-FFF2-40B4-BE49-F238E27FC236}">
                <a16:creationId xmlns:a16="http://schemas.microsoft.com/office/drawing/2014/main" id="{9C41D256-0742-4F54-A5D2-48CC89DB0290}"/>
              </a:ext>
            </a:extLst>
          </p:cNvPr>
          <p:cNvPicPr>
            <a:picLocks xmlns:a="http://schemas.openxmlformats.org/drawingml/2006/main" noChangeAspect="1"/>
          </p:cNvPicPr>
          <p:nvPr/>
        </p:nvPicPr>
        <p:blipFill>
          <a:blip xmlns:r="http://schemas.openxmlformats.org/officeDocument/2006/relationships" xmlns:a="http://schemas.openxmlformats.org/drawingml/2006/main" r:embed="Rba568fe1f5de4fa1"/>
          <a:stretch xmlns:a="http://schemas.openxmlformats.org/drawingml/2006/main"/>
        </p:blipFill>
        <p:spPr>
          <a:xfrm xmlns:a="http://schemas.openxmlformats.org/drawingml/2006/main">
            <a:off x="523875" y="2333625"/>
            <a:ext cx="571500" cy="5715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BB15FE6F-EC20-44A6-A565-75D5E760279A}"/>
              </a:ext>
            </a:extLst>
          </p:cNvPr>
          <p:cNvPicPr>
            <a:picLocks xmlns:a="http://schemas.openxmlformats.org/drawingml/2006/main" noChangeAspect="1"/>
          </p:cNvPicPr>
          <p:nvPr/>
        </p:nvPicPr>
        <p:blipFill>
          <a:blip xmlns:r="http://schemas.openxmlformats.org/officeDocument/2006/relationships" xmlns:a="http://schemas.openxmlformats.org/drawingml/2006/main" r:embed="Rc0d12434c6c94c3c"/>
          <a:stretch xmlns:a="http://schemas.openxmlformats.org/drawingml/2006/main"/>
        </p:blipFill>
        <p:spPr>
          <a:xfrm xmlns:a="http://schemas.openxmlformats.org/drawingml/2006/main">
            <a:off x="1238250" y="2333625"/>
            <a:ext cx="571500" cy="5715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FE175E98-EF89-4AF3-AAAB-EBF0683D26D6}"/>
              </a:ext>
            </a:extLst>
          </p:cNvPr>
          <p:cNvPicPr>
            <a:picLocks xmlns:a="http://schemas.openxmlformats.org/drawingml/2006/main" noChangeAspect="1"/>
          </p:cNvPicPr>
          <p:nvPr/>
        </p:nvPicPr>
        <p:blipFill>
          <a:blip xmlns:r="http://schemas.openxmlformats.org/officeDocument/2006/relationships" xmlns:a="http://schemas.openxmlformats.org/drawingml/2006/main" r:embed="R8c60685d13884839"/>
          <a:stretch xmlns:a="http://schemas.openxmlformats.org/drawingml/2006/main"/>
        </p:blipFill>
        <p:spPr>
          <a:xfrm xmlns:a="http://schemas.openxmlformats.org/drawingml/2006/main">
            <a:off x="1952625" y="2333625"/>
            <a:ext cx="571500" cy="5715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33F517BA-8047-4A2C-B516-C8822517350A}"/>
              </a:ext>
            </a:extLst>
          </p:cNvPr>
          <p:cNvPicPr>
            <a:picLocks xmlns:a="http://schemas.openxmlformats.org/drawingml/2006/main" noChangeAspect="1"/>
          </p:cNvPicPr>
          <p:nvPr/>
        </p:nvPicPr>
        <p:blipFill>
          <a:blip xmlns:r="http://schemas.openxmlformats.org/officeDocument/2006/relationships" xmlns:a="http://schemas.openxmlformats.org/drawingml/2006/main" r:embed="R9203516c3f2943a1"/>
          <a:stretch xmlns:a="http://schemas.openxmlformats.org/drawingml/2006/main"/>
        </p:blipFill>
        <p:spPr>
          <a:xfrm xmlns:a="http://schemas.openxmlformats.org/drawingml/2006/main">
            <a:off x="2667000" y="2333625"/>
            <a:ext cx="571500" cy="5715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BCCA223B-A7DE-42AF-B168-C9DD386812AF}"/>
              </a:ext>
            </a:extLst>
          </p:cNvPr>
          <p:cNvPicPr>
            <a:picLocks xmlns:a="http://schemas.openxmlformats.org/drawingml/2006/main" noChangeAspect="1"/>
          </p:cNvPicPr>
          <p:nvPr/>
        </p:nvPicPr>
        <p:blipFill>
          <a:blip xmlns:r="http://schemas.openxmlformats.org/officeDocument/2006/relationships" xmlns:a="http://schemas.openxmlformats.org/drawingml/2006/main" r:embed="R8522dd31b85a42a4"/>
          <a:stretch xmlns:a="http://schemas.openxmlformats.org/drawingml/2006/main"/>
        </p:blipFill>
        <p:spPr>
          <a:xfrm xmlns:a="http://schemas.openxmlformats.org/drawingml/2006/main">
            <a:off x="3381375" y="2333625"/>
            <a:ext cx="571500" cy="57150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71637F04-8DD6-4704-85E6-573E0A344B5C}"/>
              </a:ext>
            </a:extLst>
          </p:cNvPr>
          <p:cNvPicPr>
            <a:picLocks xmlns:a="http://schemas.openxmlformats.org/drawingml/2006/main" noChangeAspect="1"/>
          </p:cNvPicPr>
          <p:nvPr/>
        </p:nvPicPr>
        <p:blipFill>
          <a:blip xmlns:r="http://schemas.openxmlformats.org/officeDocument/2006/relationships" xmlns:a="http://schemas.openxmlformats.org/drawingml/2006/main" r:embed="Rbdbef4bf9cc2460f"/>
          <a:stretch xmlns:a="http://schemas.openxmlformats.org/drawingml/2006/main"/>
        </p:blipFill>
        <p:spPr>
          <a:xfrm xmlns:a="http://schemas.openxmlformats.org/drawingml/2006/main">
            <a:off x="4095750" y="2333625"/>
            <a:ext cx="571500" cy="5715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AF371F36-E9E8-49F0-B19F-67CD8F1011C0}"/>
              </a:ext>
            </a:extLst>
          </p:cNvPr>
          <p:cNvPicPr>
            <a:picLocks xmlns:a="http://schemas.openxmlformats.org/drawingml/2006/main" noChangeAspect="1"/>
          </p:cNvPicPr>
          <p:nvPr/>
        </p:nvPicPr>
        <p:blipFill>
          <a:blip xmlns:r="http://schemas.openxmlformats.org/officeDocument/2006/relationships" xmlns:a="http://schemas.openxmlformats.org/drawingml/2006/main" r:embed="R8e630c8c90ea4775"/>
          <a:stretch xmlns:a="http://schemas.openxmlformats.org/drawingml/2006/main"/>
        </p:blipFill>
        <p:spPr>
          <a:xfrm xmlns:a="http://schemas.openxmlformats.org/drawingml/2006/main">
            <a:off x="4810125" y="2333625"/>
            <a:ext cx="571500" cy="5715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FF25683E-95AA-4E8D-B991-3B95A7BC07F6}"/>
              </a:ext>
            </a:extLst>
          </p:cNvPr>
          <p:cNvPicPr>
            <a:picLocks xmlns:a="http://schemas.openxmlformats.org/drawingml/2006/main" noChangeAspect="1"/>
          </p:cNvPicPr>
          <p:nvPr/>
        </p:nvPicPr>
        <p:blipFill>
          <a:blip xmlns:r="http://schemas.openxmlformats.org/officeDocument/2006/relationships" xmlns:a="http://schemas.openxmlformats.org/drawingml/2006/main" r:embed="R1b4b9c1390a4429e"/>
          <a:stretch xmlns:a="http://schemas.openxmlformats.org/drawingml/2006/main"/>
        </p:blipFill>
        <p:spPr>
          <a:xfrm xmlns:a="http://schemas.openxmlformats.org/drawingml/2006/main">
            <a:off x="5524500" y="2333625"/>
            <a:ext cx="571500" cy="57150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AFBD405D-239F-4FE2-A0C3-5B21227AD50F}"/>
              </a:ext>
            </a:extLst>
          </p:cNvPr>
          <p:cNvPicPr>
            <a:picLocks xmlns:a="http://schemas.openxmlformats.org/drawingml/2006/main" noChangeAspect="1"/>
          </p:cNvPicPr>
          <p:nvPr/>
        </p:nvPicPr>
        <p:blipFill>
          <a:blip xmlns:r="http://schemas.openxmlformats.org/officeDocument/2006/relationships" xmlns:a="http://schemas.openxmlformats.org/drawingml/2006/main" r:embed="R1aeee3f1aaa040e8"/>
          <a:stretch xmlns:a="http://schemas.openxmlformats.org/drawingml/2006/main"/>
        </p:blipFill>
        <p:spPr>
          <a:xfrm xmlns:a="http://schemas.openxmlformats.org/drawingml/2006/main">
            <a:off x="6238875" y="2333625"/>
            <a:ext cx="571500" cy="571500"/>
          </a:xfrm>
          <a:prstGeom xmlns:a="http://schemas.openxmlformats.org/drawingml/2006/main" prst="rect">
            <a:avLst/>
          </a:prstGeom>
        </p:spPr>
      </p:pic>
      <p:sp>
        <p:nvSpPr>
          <p:cNvPr id="12" name="classroom-plus">
            <a:extLst xmlns:a="http://schemas.openxmlformats.org/drawingml/2006/main">
              <a:ext uri="{FF2B5EF4-FFF2-40B4-BE49-F238E27FC236}">
                <a16:creationId xmlns:a16="http://schemas.microsoft.com/office/drawing/2014/main" id="{6712FD14-FD83-480C-A103-6ED703D6B258}"/>
              </a:ext>
            </a:extLst>
          </p:cNvPr>
          <p:cNvSpPr>
            <a:spLocks xmlns:a="http://schemas.openxmlformats.org/drawingml/2006/main" noGrp="1"/>
          </p:cNvSpPr>
          <p:nvPr/>
        </p:nvSpPr>
        <p:spPr>
          <a:xfrm xmlns:a="http://schemas.openxmlformats.org/drawingml/2006/main">
            <a:off x="7000875" y="2333625"/>
            <a:ext cx="47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750" b="0">
                <a:solidFill>
                  <a:srgbClr val="35334D"/>
                </a:solidFill>
                <a:latin typeface="DejaVu Sans"/>
                <a:ea typeface="DejaVu Sans"/>
                <a:cs typeface="DejaVu Sans"/>
              </a:defRPr>
            </a:defPPr>
            <a:lvl1pPr>
              <a:defRPr sz="3750" b="0">
                <a:solidFill>
                  <a:srgbClr val="35334D"/>
                </a:solidFill>
                <a:latin typeface="DejaVu Sans"/>
                <a:ea typeface="DejaVu Sans"/>
                <a:cs typeface="DejaVu Sans"/>
              </a:defRPr>
            </a:lvl1pPr>
            <a:lvl2pPr>
              <a:defRPr sz="3750" b="0">
                <a:solidFill>
                  <a:srgbClr val="35334D"/>
                </a:solidFill>
                <a:latin typeface="DejaVu Sans"/>
                <a:ea typeface="DejaVu Sans"/>
                <a:cs typeface="DejaVu Sans"/>
              </a:defRPr>
            </a:lvl2pPr>
            <a:lvl3pPr>
              <a:defRPr sz="3750" b="0">
                <a:solidFill>
                  <a:srgbClr val="35334D"/>
                </a:solidFill>
                <a:latin typeface="DejaVu Sans"/>
                <a:ea typeface="DejaVu Sans"/>
                <a:cs typeface="DejaVu Sans"/>
              </a:defRPr>
            </a:lvl3pPr>
            <a:lvl4pPr>
              <a:defRPr sz="3750" b="0">
                <a:solidFill>
                  <a:srgbClr val="35334D"/>
                </a:solidFill>
                <a:latin typeface="DejaVu Sans"/>
                <a:ea typeface="DejaVu Sans"/>
                <a:cs typeface="DejaVu Sans"/>
              </a:defRPr>
            </a:lvl4pPr>
            <a:lvl5pPr>
              <a:defRPr sz="3750" b="0">
                <a:solidFill>
                  <a:srgbClr val="35334D"/>
                </a:solidFill>
                <a:latin typeface="DejaVu Sans"/>
                <a:ea typeface="DejaVu Sans"/>
                <a:cs typeface="DejaVu Sans"/>
              </a:defRPr>
            </a:lvl5pPr>
            <a:lvl6pPr>
              <a:defRPr sz="3750" b="0">
                <a:solidFill>
                  <a:srgbClr val="35334D"/>
                </a:solidFill>
                <a:latin typeface="DejaVu Sans"/>
                <a:ea typeface="DejaVu Sans"/>
                <a:cs typeface="DejaVu Sans"/>
              </a:defRPr>
            </a:lvl6pPr>
            <a:lvl7pPr>
              <a:defRPr sz="3750" b="0">
                <a:solidFill>
                  <a:srgbClr val="35334D"/>
                </a:solidFill>
                <a:latin typeface="DejaVu Sans"/>
                <a:ea typeface="DejaVu Sans"/>
                <a:cs typeface="DejaVu Sans"/>
              </a:defRPr>
            </a:lvl7pPr>
            <a:lvl8pPr>
              <a:defRPr sz="3750" b="0">
                <a:solidFill>
                  <a:srgbClr val="35334D"/>
                </a:solidFill>
                <a:latin typeface="DejaVu Sans"/>
                <a:ea typeface="DejaVu Sans"/>
                <a:cs typeface="DejaVu Sans"/>
              </a:defRPr>
            </a:lvl8pPr>
            <a:lvl9pPr>
              <a:defRPr sz="3750" b="0">
                <a:solidFill>
                  <a:srgbClr val="35334D"/>
                </a:solidFill>
                <a:latin typeface="DejaVu Sans"/>
                <a:ea typeface="DejaVu Sans"/>
                <a:cs typeface="DejaVu Sans"/>
              </a:defRPr>
            </a:lvl9pPr>
          </a:lstStyle>
          <a:p xmlns:a="http://schemas.openxmlformats.org/drawingml/2006/main">
            <a:pPr>
              <a:defRPr sz="3750" b="0">
                <a:solidFill>
                  <a:srgbClr val="35334D"/>
                </a:solidFill>
                <a:latin typeface="DejaVu Sans"/>
                <a:ea typeface="DejaVu Sans"/>
                <a:cs typeface="DejaVu Sans"/>
              </a:defRPr>
            </a:pPr>
            <a:r>
              <a:rPr sz="3750" b="0">
                <a:solidFill>
                  <a:srgbClr val="35334D"/>
                </a:solidFill>
                <a:latin typeface="DejaVu Sans"/>
                <a:ea typeface="DejaVu Sans"/>
                <a:cs typeface="DejaVu Sans"/>
              </a:rPr>
              <a:t>+</a:t>
            </a:r>
          </a:p>
        </p:txBody>
      </p:sp>
      <p:pic>
        <p:nvPicPr>
          <p:cNvPr id="13" name="">
            <a:extLst xmlns:a="http://schemas.openxmlformats.org/drawingml/2006/main">
              <a:ext uri="{FF2B5EF4-FFF2-40B4-BE49-F238E27FC236}">
                <a16:creationId xmlns:a16="http://schemas.microsoft.com/office/drawing/2014/main" id="{37A0C7E6-B08F-46B2-A2C9-400FBBC5E443}"/>
              </a:ext>
            </a:extLst>
          </p:cNvPr>
          <p:cNvPicPr>
            <a:picLocks xmlns:a="http://schemas.openxmlformats.org/drawingml/2006/main" noChangeAspect="1"/>
          </p:cNvPicPr>
          <p:nvPr/>
        </p:nvPicPr>
        <p:blipFill>
          <a:blip xmlns:r="http://schemas.openxmlformats.org/officeDocument/2006/relationships" xmlns:a="http://schemas.openxmlformats.org/drawingml/2006/main" r:embed="Rd863e32c45d0466d"/>
          <a:stretch xmlns:a="http://schemas.openxmlformats.org/drawingml/2006/main"/>
        </p:blipFill>
        <p:spPr>
          <a:xfrm xmlns:a="http://schemas.openxmlformats.org/drawingml/2006/main">
            <a:off x="7810500" y="2333625"/>
            <a:ext cx="571500" cy="571500"/>
          </a:xfrm>
          <a:prstGeom xmlns:a="http://schemas.openxmlformats.org/drawingml/2006/main" prst="rect">
            <a:avLst/>
          </a:prstGeom>
        </p:spPr>
      </p:pic>
      <p:sp>
        <p:nvSpPr>
          <p:cNvPr id="14" name="classroom-answer">
            <a:extLst xmlns:a="http://schemas.openxmlformats.org/drawingml/2006/main">
              <a:ext uri="{FF2B5EF4-FFF2-40B4-BE49-F238E27FC236}">
                <a16:creationId xmlns:a16="http://schemas.microsoft.com/office/drawing/2014/main" id="{C97D304E-9CC8-41FA-B922-6F4E0A01A28C}"/>
              </a:ext>
            </a:extLst>
          </p:cNvPr>
          <p:cNvSpPr>
            <a:spLocks xmlns:a="http://schemas.openxmlformats.org/drawingml/2006/main" noGrp="1"/>
          </p:cNvSpPr>
          <p:nvPr/>
        </p:nvSpPr>
        <p:spPr>
          <a:xfrm xmlns:a="http://schemas.openxmlformats.org/drawingml/2006/main">
            <a:off x="2238375" y="3667125"/>
            <a:ext cx="5715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4650" b="1">
                <a:solidFill>
                  <a:srgbClr val="176A70"/>
                </a:solidFill>
                <a:latin typeface="DejaVu Sans"/>
                <a:ea typeface="DejaVu Sans"/>
                <a:cs typeface="DejaVu Sans"/>
              </a:defRPr>
            </a:defPPr>
            <a:lvl1pPr>
              <a:defRPr sz="4650" b="1">
                <a:solidFill>
                  <a:srgbClr val="176A70"/>
                </a:solidFill>
                <a:latin typeface="DejaVu Sans"/>
                <a:ea typeface="DejaVu Sans"/>
                <a:cs typeface="DejaVu Sans"/>
              </a:defRPr>
            </a:lvl1pPr>
            <a:lvl2pPr>
              <a:defRPr sz="4650" b="1">
                <a:solidFill>
                  <a:srgbClr val="176A70"/>
                </a:solidFill>
                <a:latin typeface="DejaVu Sans"/>
                <a:ea typeface="DejaVu Sans"/>
                <a:cs typeface="DejaVu Sans"/>
              </a:defRPr>
            </a:lvl2pPr>
            <a:lvl3pPr>
              <a:defRPr sz="4650" b="1">
                <a:solidFill>
                  <a:srgbClr val="176A70"/>
                </a:solidFill>
                <a:latin typeface="DejaVu Sans"/>
                <a:ea typeface="DejaVu Sans"/>
                <a:cs typeface="DejaVu Sans"/>
              </a:defRPr>
            </a:lvl3pPr>
            <a:lvl4pPr>
              <a:defRPr sz="4650" b="1">
                <a:solidFill>
                  <a:srgbClr val="176A70"/>
                </a:solidFill>
                <a:latin typeface="DejaVu Sans"/>
                <a:ea typeface="DejaVu Sans"/>
                <a:cs typeface="DejaVu Sans"/>
              </a:defRPr>
            </a:lvl4pPr>
            <a:lvl5pPr>
              <a:defRPr sz="4650" b="1">
                <a:solidFill>
                  <a:srgbClr val="176A70"/>
                </a:solidFill>
                <a:latin typeface="DejaVu Sans"/>
                <a:ea typeface="DejaVu Sans"/>
                <a:cs typeface="DejaVu Sans"/>
              </a:defRPr>
            </a:lvl5pPr>
            <a:lvl6pPr>
              <a:defRPr sz="4650" b="1">
                <a:solidFill>
                  <a:srgbClr val="176A70"/>
                </a:solidFill>
                <a:latin typeface="DejaVu Sans"/>
                <a:ea typeface="DejaVu Sans"/>
                <a:cs typeface="DejaVu Sans"/>
              </a:defRPr>
            </a:lvl6pPr>
            <a:lvl7pPr>
              <a:defRPr sz="4650" b="1">
                <a:solidFill>
                  <a:srgbClr val="176A70"/>
                </a:solidFill>
                <a:latin typeface="DejaVu Sans"/>
                <a:ea typeface="DejaVu Sans"/>
                <a:cs typeface="DejaVu Sans"/>
              </a:defRPr>
            </a:lvl7pPr>
            <a:lvl8pPr>
              <a:defRPr sz="4650" b="1">
                <a:solidFill>
                  <a:srgbClr val="176A70"/>
                </a:solidFill>
                <a:latin typeface="DejaVu Sans"/>
                <a:ea typeface="DejaVu Sans"/>
                <a:cs typeface="DejaVu Sans"/>
              </a:defRPr>
            </a:lvl8pPr>
            <a:lvl9pPr>
              <a:defRPr sz="4650" b="1">
                <a:solidFill>
                  <a:srgbClr val="176A70"/>
                </a:solidFill>
                <a:latin typeface="DejaVu Sans"/>
                <a:ea typeface="DejaVu Sans"/>
                <a:cs typeface="DejaVu Sans"/>
              </a:defRPr>
            </a:lvl9pPr>
          </a:lstStyle>
          <a:p xmlns:a="http://schemas.openxmlformats.org/drawingml/2006/main">
            <a:pPr>
              <a:defRPr sz="4650" b="1">
                <a:solidFill>
                  <a:srgbClr val="176A70"/>
                </a:solidFill>
                <a:latin typeface="DejaVu Sans"/>
                <a:ea typeface="DejaVu Sans"/>
                <a:cs typeface="DejaVu Sans"/>
              </a:defRPr>
            </a:pPr>
            <a:r>
              <a:rPr sz="4650" b="1">
                <a:solidFill>
                  <a:srgbClr val="176A70"/>
                </a:solidFill>
                <a:latin typeface="DejaVu Sans"/>
                <a:ea typeface="DejaVu Sans"/>
                <a:cs typeface="DejaVu Sans"/>
              </a:rPr>
              <a:t>9 + 1 = 10</a:t>
            </a:r>
          </a:p>
        </p:txBody>
      </p:sp>
      <p:sp>
        <p:nvSpPr>
          <p:cNvPr id="15" name="classroom-prompt">
            <a:extLst xmlns:a="http://schemas.openxmlformats.org/drawingml/2006/main">
              <a:ext uri="{FF2B5EF4-FFF2-40B4-BE49-F238E27FC236}">
                <a16:creationId xmlns:a16="http://schemas.microsoft.com/office/drawing/2014/main" id="{E018BB7C-9F79-4577-8BF0-49A90D29FB44}"/>
              </a:ext>
            </a:extLst>
          </p:cNvPr>
          <p:cNvSpPr>
            <a:spLocks xmlns:a="http://schemas.openxmlformats.org/drawingml/2006/main" noGrp="1"/>
          </p:cNvSpPr>
          <p:nvPr/>
        </p:nvSpPr>
        <p:spPr>
          <a:xfrm xmlns:a="http://schemas.openxmlformats.org/drawingml/2006/main">
            <a:off x="2286000" y="4619625"/>
            <a:ext cx="571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100" b="0">
                <a:solidFill>
                  <a:srgbClr val="35334D"/>
                </a:solidFill>
                <a:latin typeface="DejaVu Sans"/>
                <a:ea typeface="DejaVu Sans"/>
                <a:cs typeface="DejaVu Sans"/>
              </a:defRPr>
            </a:defPPr>
            <a:lvl1pPr>
              <a:defRPr sz="2100" b="0">
                <a:solidFill>
                  <a:srgbClr val="35334D"/>
                </a:solidFill>
                <a:latin typeface="DejaVu Sans"/>
                <a:ea typeface="DejaVu Sans"/>
                <a:cs typeface="DejaVu Sans"/>
              </a:defRPr>
            </a:lvl1pPr>
            <a:lvl2pPr>
              <a:defRPr sz="2100" b="0">
                <a:solidFill>
                  <a:srgbClr val="35334D"/>
                </a:solidFill>
                <a:latin typeface="DejaVu Sans"/>
                <a:ea typeface="DejaVu Sans"/>
                <a:cs typeface="DejaVu Sans"/>
              </a:defRPr>
            </a:lvl2pPr>
            <a:lvl3pPr>
              <a:defRPr sz="2100" b="0">
                <a:solidFill>
                  <a:srgbClr val="35334D"/>
                </a:solidFill>
                <a:latin typeface="DejaVu Sans"/>
                <a:ea typeface="DejaVu Sans"/>
                <a:cs typeface="DejaVu Sans"/>
              </a:defRPr>
            </a:lvl3pPr>
            <a:lvl4pPr>
              <a:defRPr sz="2100" b="0">
                <a:solidFill>
                  <a:srgbClr val="35334D"/>
                </a:solidFill>
                <a:latin typeface="DejaVu Sans"/>
                <a:ea typeface="DejaVu Sans"/>
                <a:cs typeface="DejaVu Sans"/>
              </a:defRPr>
            </a:lvl4pPr>
            <a:lvl5pPr>
              <a:defRPr sz="2100" b="0">
                <a:solidFill>
                  <a:srgbClr val="35334D"/>
                </a:solidFill>
                <a:latin typeface="DejaVu Sans"/>
                <a:ea typeface="DejaVu Sans"/>
                <a:cs typeface="DejaVu Sans"/>
              </a:defRPr>
            </a:lvl5pPr>
            <a:lvl6pPr>
              <a:defRPr sz="2100" b="0">
                <a:solidFill>
                  <a:srgbClr val="35334D"/>
                </a:solidFill>
                <a:latin typeface="DejaVu Sans"/>
                <a:ea typeface="DejaVu Sans"/>
                <a:cs typeface="DejaVu Sans"/>
              </a:defRPr>
            </a:lvl6pPr>
            <a:lvl7pPr>
              <a:defRPr sz="2100" b="0">
                <a:solidFill>
                  <a:srgbClr val="35334D"/>
                </a:solidFill>
                <a:latin typeface="DejaVu Sans"/>
                <a:ea typeface="DejaVu Sans"/>
                <a:cs typeface="DejaVu Sans"/>
              </a:defRPr>
            </a:lvl7pPr>
            <a:lvl8pPr>
              <a:defRPr sz="2100" b="0">
                <a:solidFill>
                  <a:srgbClr val="35334D"/>
                </a:solidFill>
                <a:latin typeface="DejaVu Sans"/>
                <a:ea typeface="DejaVu Sans"/>
                <a:cs typeface="DejaVu Sans"/>
              </a:defRPr>
            </a:lvl8pPr>
            <a:lvl9pPr>
              <a:defRPr sz="2100" b="0">
                <a:solidFill>
                  <a:srgbClr val="35334D"/>
                </a:solidFill>
                <a:latin typeface="DejaVu Sans"/>
                <a:ea typeface="DejaVu Sans"/>
                <a:cs typeface="DejaVu Sans"/>
              </a:defRPr>
            </a:lvl9pPr>
          </a:lstStyle>
          <a:p xmlns:a="http://schemas.openxmlformats.org/drawingml/2006/main">
            <a:pPr>
              <a:defRPr sz="2100" b="0">
                <a:solidFill>
                  <a:srgbClr val="35334D"/>
                </a:solidFill>
                <a:latin typeface="DejaVu Sans"/>
                <a:ea typeface="DejaVu Sans"/>
                <a:cs typeface="DejaVu Sans"/>
              </a:defRPr>
            </a:pPr>
            <a:r>
              <a:rPr sz="2100" b="0">
                <a:solidFill>
                  <a:srgbClr val="35334D"/>
                </a:solidFill>
                <a:latin typeface="DejaVu Sans"/>
                <a:ea typeface="DejaVu Sans"/>
                <a:cs typeface="DejaVu Sans"/>
              </a:rPr>
              <a:t>Say the next number.</a:t>
            </a:r>
          </a:p>
        </p:txBody>
      </p:sp>
      <p:sp>
        <p:nvSpPr>
          <p:cNvPr id="16" name="classroom-page">
            <a:extLst xmlns:a="http://schemas.openxmlformats.org/drawingml/2006/main">
              <a:ext uri="{FF2B5EF4-FFF2-40B4-BE49-F238E27FC236}">
                <a16:creationId xmlns:a16="http://schemas.microsoft.com/office/drawing/2014/main" id="{3DED9572-4492-4F9E-B00C-E7B4922D5EF5}"/>
              </a:ext>
            </a:extLst>
          </p:cNvPr>
          <p:cNvSpPr>
            <a:spLocks xmlns:a="http://schemas.openxmlformats.org/drawingml/2006/main" noGrp="1"/>
          </p:cNvSpPr>
          <p:nvPr/>
        </p:nvSpPr>
        <p:spPr>
          <a:xfrm xmlns:a="http://schemas.openxmlformats.org/drawingml/2006/main">
            <a:off x="8429625" y="48768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75" b="0">
                <a:solidFill>
                  <a:srgbClr val="35334D"/>
                </a:solidFill>
                <a:latin typeface="DejaVu Sans"/>
                <a:ea typeface="DejaVu Sans"/>
                <a:cs typeface="DejaVu Sans"/>
              </a:defRPr>
            </a:defPPr>
            <a:lvl1pPr>
              <a:defRPr sz="975" b="0">
                <a:solidFill>
                  <a:srgbClr val="35334D"/>
                </a:solidFill>
                <a:latin typeface="DejaVu Sans"/>
                <a:ea typeface="DejaVu Sans"/>
                <a:cs typeface="DejaVu Sans"/>
              </a:defRPr>
            </a:lvl1pPr>
            <a:lvl2pPr>
              <a:defRPr sz="975" b="0">
                <a:solidFill>
                  <a:srgbClr val="35334D"/>
                </a:solidFill>
                <a:latin typeface="DejaVu Sans"/>
                <a:ea typeface="DejaVu Sans"/>
                <a:cs typeface="DejaVu Sans"/>
              </a:defRPr>
            </a:lvl2pPr>
            <a:lvl3pPr>
              <a:defRPr sz="975" b="0">
                <a:solidFill>
                  <a:srgbClr val="35334D"/>
                </a:solidFill>
                <a:latin typeface="DejaVu Sans"/>
                <a:ea typeface="DejaVu Sans"/>
                <a:cs typeface="DejaVu Sans"/>
              </a:defRPr>
            </a:lvl3pPr>
            <a:lvl4pPr>
              <a:defRPr sz="975" b="0">
                <a:solidFill>
                  <a:srgbClr val="35334D"/>
                </a:solidFill>
                <a:latin typeface="DejaVu Sans"/>
                <a:ea typeface="DejaVu Sans"/>
                <a:cs typeface="DejaVu Sans"/>
              </a:defRPr>
            </a:lvl4pPr>
            <a:lvl5pPr>
              <a:defRPr sz="975" b="0">
                <a:solidFill>
                  <a:srgbClr val="35334D"/>
                </a:solidFill>
                <a:latin typeface="DejaVu Sans"/>
                <a:ea typeface="DejaVu Sans"/>
                <a:cs typeface="DejaVu Sans"/>
              </a:defRPr>
            </a:lvl5pPr>
            <a:lvl6pPr>
              <a:defRPr sz="975" b="0">
                <a:solidFill>
                  <a:srgbClr val="35334D"/>
                </a:solidFill>
                <a:latin typeface="DejaVu Sans"/>
                <a:ea typeface="DejaVu Sans"/>
                <a:cs typeface="DejaVu Sans"/>
              </a:defRPr>
            </a:lvl6pPr>
            <a:lvl7pPr>
              <a:defRPr sz="975" b="0">
                <a:solidFill>
                  <a:srgbClr val="35334D"/>
                </a:solidFill>
                <a:latin typeface="DejaVu Sans"/>
                <a:ea typeface="DejaVu Sans"/>
                <a:cs typeface="DejaVu Sans"/>
              </a:defRPr>
            </a:lvl7pPr>
            <a:lvl8pPr>
              <a:defRPr sz="975" b="0">
                <a:solidFill>
                  <a:srgbClr val="35334D"/>
                </a:solidFill>
                <a:latin typeface="DejaVu Sans"/>
                <a:ea typeface="DejaVu Sans"/>
                <a:cs typeface="DejaVu Sans"/>
              </a:defRPr>
            </a:lvl8pPr>
            <a:lvl9pPr>
              <a:defRPr sz="975" b="0">
                <a:solidFill>
                  <a:srgbClr val="35334D"/>
                </a:solidFill>
                <a:latin typeface="DejaVu Sans"/>
                <a:ea typeface="DejaVu Sans"/>
                <a:cs typeface="DejaVu Sans"/>
              </a:defRPr>
            </a:lvl9pPr>
          </a:lstStyle>
          <a:p xmlns:a="http://schemas.openxmlformats.org/drawingml/2006/main">
            <a:pPr>
              <a:defRPr sz="975" b="0">
                <a:solidFill>
                  <a:srgbClr val="35334D"/>
                </a:solidFill>
                <a:latin typeface="DejaVu Sans"/>
                <a:ea typeface="DejaVu Sans"/>
                <a:cs typeface="DejaVu Sans"/>
              </a:defRPr>
            </a:pPr>
            <a:r>
              <a:rPr sz="975" b="0">
                <a:solidFill>
                  <a:srgbClr val="35334D"/>
                </a:solidFill>
                <a:latin typeface="DejaVu Sans"/>
                <a:ea typeface="DejaVu Sans"/>
                <a:cs typeface="DejaVu Sans"/>
              </a:rPr>
              <a:t>5 / 8</a:t>
            </a:r>
          </a:p>
        </p:txBody>
      </p:sp>
    </p:spTree>
    <p:extLst>
      <p:ext uri="{BB962C8B-B14F-4D97-AF65-F5344CB8AC3E}">
        <p14:creationId xmlns:p14="http://schemas.microsoft.com/office/powerpoint/2010/main" val="1822388779"/>
      </p:ext>
    </p:extLst>
  </p:cSld>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nodeType="clickEffect">
                                  <p:stCondLst>
                                    <p:cond delay="0"/>
                                  </p:stCondLst>
                                  <p:childTnLst>
                                    <p:set>
                                      <p:cBhvr>
                                        <p:cTn id="5" dur="1" fill="hold"/>
                                        <p:tgtEl>
                                          <p:spTgt spid="14"/>
                                        </p:tgtEl>
                                        <p:attrNameLst>
                                          <p:attrName>style.visibility</p:attrName>
                                        </p:attrNameLst>
                                      </p:cBhvr>
                                      <p:to>
                                        <p:strVal val="visible"/>
                                      </p:to>
                                    </p:set>
                                    <p:animEffect transition="in" filter="fade">
                                      <p:cBhvr>
                                        <p:cTn id="6" dur="500" fill="hold"/>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allAtOnce"/>
    </p:bldLst>
  </p:timing>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classroom-title">
            <a:extLst xmlns:a="http://schemas.openxmlformats.org/drawingml/2006/main">
              <a:ext uri="{FF2B5EF4-FFF2-40B4-BE49-F238E27FC236}">
                <a16:creationId xmlns:a16="http://schemas.microsoft.com/office/drawing/2014/main" id="{2E6EBD02-8AE4-4DE5-8328-ABAB05DC3042}"/>
              </a:ext>
            </a:extLst>
          </p:cNvPr>
          <p:cNvSpPr>
            <a:spLocks xmlns:a="http://schemas.openxmlformats.org/drawingml/2006/main" noGrp="1"/>
          </p:cNvSpPr>
          <p:nvPr/>
        </p:nvSpPr>
        <p:spPr>
          <a:xfrm xmlns:a="http://schemas.openxmlformats.org/drawingml/2006/main">
            <a:off x="476250" y="333375"/>
            <a:ext cx="8191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300" b="1">
                <a:solidFill>
                  <a:srgbClr val="AD315B"/>
                </a:solidFill>
                <a:latin typeface="DejaVu Sans"/>
                <a:ea typeface="DejaVu Sans"/>
                <a:cs typeface="DejaVu Sans"/>
              </a:defRPr>
            </a:defPPr>
            <a:lvl1pPr>
              <a:defRPr sz="3300" b="1">
                <a:solidFill>
                  <a:srgbClr val="AD315B"/>
                </a:solidFill>
                <a:latin typeface="DejaVu Sans"/>
                <a:ea typeface="DejaVu Sans"/>
                <a:cs typeface="DejaVu Sans"/>
              </a:defRPr>
            </a:lvl1pPr>
            <a:lvl2pPr>
              <a:defRPr sz="3300" b="1">
                <a:solidFill>
                  <a:srgbClr val="AD315B"/>
                </a:solidFill>
                <a:latin typeface="DejaVu Sans"/>
                <a:ea typeface="DejaVu Sans"/>
                <a:cs typeface="DejaVu Sans"/>
              </a:defRPr>
            </a:lvl2pPr>
            <a:lvl3pPr>
              <a:defRPr sz="3300" b="1">
                <a:solidFill>
                  <a:srgbClr val="AD315B"/>
                </a:solidFill>
                <a:latin typeface="DejaVu Sans"/>
                <a:ea typeface="DejaVu Sans"/>
                <a:cs typeface="DejaVu Sans"/>
              </a:defRPr>
            </a:lvl3pPr>
            <a:lvl4pPr>
              <a:defRPr sz="3300" b="1">
                <a:solidFill>
                  <a:srgbClr val="AD315B"/>
                </a:solidFill>
                <a:latin typeface="DejaVu Sans"/>
                <a:ea typeface="DejaVu Sans"/>
                <a:cs typeface="DejaVu Sans"/>
              </a:defRPr>
            </a:lvl4pPr>
            <a:lvl5pPr>
              <a:defRPr sz="3300" b="1">
                <a:solidFill>
                  <a:srgbClr val="AD315B"/>
                </a:solidFill>
                <a:latin typeface="DejaVu Sans"/>
                <a:ea typeface="DejaVu Sans"/>
                <a:cs typeface="DejaVu Sans"/>
              </a:defRPr>
            </a:lvl5pPr>
            <a:lvl6pPr>
              <a:defRPr sz="3300" b="1">
                <a:solidFill>
                  <a:srgbClr val="AD315B"/>
                </a:solidFill>
                <a:latin typeface="DejaVu Sans"/>
                <a:ea typeface="DejaVu Sans"/>
                <a:cs typeface="DejaVu Sans"/>
              </a:defRPr>
            </a:lvl6pPr>
            <a:lvl7pPr>
              <a:defRPr sz="3300" b="1">
                <a:solidFill>
                  <a:srgbClr val="AD315B"/>
                </a:solidFill>
                <a:latin typeface="DejaVu Sans"/>
                <a:ea typeface="DejaVu Sans"/>
                <a:cs typeface="DejaVu Sans"/>
              </a:defRPr>
            </a:lvl7pPr>
            <a:lvl8pPr>
              <a:defRPr sz="3300" b="1">
                <a:solidFill>
                  <a:srgbClr val="AD315B"/>
                </a:solidFill>
                <a:latin typeface="DejaVu Sans"/>
                <a:ea typeface="DejaVu Sans"/>
                <a:cs typeface="DejaVu Sans"/>
              </a:defRPr>
            </a:lvl8pPr>
            <a:lvl9pPr>
              <a:defRPr sz="3300" b="1">
                <a:solidFill>
                  <a:srgbClr val="AD315B"/>
                </a:solidFill>
                <a:latin typeface="DejaVu Sans"/>
                <a:ea typeface="DejaVu Sans"/>
                <a:cs typeface="DejaVu Sans"/>
              </a:defRPr>
            </a:lvl9pPr>
          </a:lstStyle>
          <a:p xmlns:a="http://schemas.openxmlformats.org/drawingml/2006/main">
            <a:pPr>
              <a:defRPr sz="3300" b="1">
                <a:solidFill>
                  <a:srgbClr val="AD315B"/>
                </a:solidFill>
                <a:latin typeface="DejaVu Sans"/>
                <a:ea typeface="DejaVu Sans"/>
                <a:cs typeface="DejaVu Sans"/>
              </a:defRPr>
            </a:pPr>
            <a:r>
              <a:rPr sz="3300" b="1">
                <a:solidFill>
                  <a:srgbClr val="AD315B"/>
                </a:solidFill>
                <a:latin typeface="DejaVu Sans"/>
                <a:ea typeface="DejaVu Sans"/>
                <a:cs typeface="DejaVu Sans"/>
              </a:rPr>
              <a:t>One less party present</a:t>
            </a:r>
          </a:p>
        </p:txBody>
      </p:sp>
      <p:sp>
        <p:nvSpPr>
          <p:cNvPr id="2" name="classroom-body">
            <a:extLst xmlns:a="http://schemas.openxmlformats.org/drawingml/2006/main">
              <a:ext uri="{FF2B5EF4-FFF2-40B4-BE49-F238E27FC236}">
                <a16:creationId xmlns:a16="http://schemas.microsoft.com/office/drawing/2014/main" id="{8AED95B5-3D58-4290-893F-B5FF8AA0A15D}"/>
              </a:ext>
            </a:extLst>
          </p:cNvPr>
          <p:cNvSpPr>
            <a:spLocks xmlns:a="http://schemas.openxmlformats.org/drawingml/2006/main" noGrp="1"/>
          </p:cNvSpPr>
          <p:nvPr/>
        </p:nvSpPr>
        <p:spPr>
          <a:xfrm xmlns:a="http://schemas.openxmlformats.org/drawingml/2006/main">
            <a:off x="523875" y="1095375"/>
            <a:ext cx="8096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325" b="0">
                <a:solidFill>
                  <a:srgbClr val="35334D"/>
                </a:solidFill>
                <a:latin typeface="DejaVu Sans"/>
                <a:ea typeface="DejaVu Sans"/>
                <a:cs typeface="DejaVu Sans"/>
              </a:defRPr>
            </a:defPPr>
            <a:lvl1pPr>
              <a:defRPr sz="2325" b="0">
                <a:solidFill>
                  <a:srgbClr val="35334D"/>
                </a:solidFill>
                <a:latin typeface="DejaVu Sans"/>
                <a:ea typeface="DejaVu Sans"/>
                <a:cs typeface="DejaVu Sans"/>
              </a:defRPr>
            </a:lvl1pPr>
            <a:lvl2pPr>
              <a:defRPr sz="2325" b="0">
                <a:solidFill>
                  <a:srgbClr val="35334D"/>
                </a:solidFill>
                <a:latin typeface="DejaVu Sans"/>
                <a:ea typeface="DejaVu Sans"/>
                <a:cs typeface="DejaVu Sans"/>
              </a:defRPr>
            </a:lvl2pPr>
            <a:lvl3pPr>
              <a:defRPr sz="2325" b="0">
                <a:solidFill>
                  <a:srgbClr val="35334D"/>
                </a:solidFill>
                <a:latin typeface="DejaVu Sans"/>
                <a:ea typeface="DejaVu Sans"/>
                <a:cs typeface="DejaVu Sans"/>
              </a:defRPr>
            </a:lvl3pPr>
            <a:lvl4pPr>
              <a:defRPr sz="2325" b="0">
                <a:solidFill>
                  <a:srgbClr val="35334D"/>
                </a:solidFill>
                <a:latin typeface="DejaVu Sans"/>
                <a:ea typeface="DejaVu Sans"/>
                <a:cs typeface="DejaVu Sans"/>
              </a:defRPr>
            </a:lvl4pPr>
            <a:lvl5pPr>
              <a:defRPr sz="2325" b="0">
                <a:solidFill>
                  <a:srgbClr val="35334D"/>
                </a:solidFill>
                <a:latin typeface="DejaVu Sans"/>
                <a:ea typeface="DejaVu Sans"/>
                <a:cs typeface="DejaVu Sans"/>
              </a:defRPr>
            </a:lvl5pPr>
            <a:lvl6pPr>
              <a:defRPr sz="2325" b="0">
                <a:solidFill>
                  <a:srgbClr val="35334D"/>
                </a:solidFill>
                <a:latin typeface="DejaVu Sans"/>
                <a:ea typeface="DejaVu Sans"/>
                <a:cs typeface="DejaVu Sans"/>
              </a:defRPr>
            </a:lvl6pPr>
            <a:lvl7pPr>
              <a:defRPr sz="2325" b="0">
                <a:solidFill>
                  <a:srgbClr val="35334D"/>
                </a:solidFill>
                <a:latin typeface="DejaVu Sans"/>
                <a:ea typeface="DejaVu Sans"/>
                <a:cs typeface="DejaVu Sans"/>
              </a:defRPr>
            </a:lvl7pPr>
            <a:lvl8pPr>
              <a:defRPr sz="2325" b="0">
                <a:solidFill>
                  <a:srgbClr val="35334D"/>
                </a:solidFill>
                <a:latin typeface="DejaVu Sans"/>
                <a:ea typeface="DejaVu Sans"/>
                <a:cs typeface="DejaVu Sans"/>
              </a:defRPr>
            </a:lvl8pPr>
            <a:lvl9pPr>
              <a:defRPr sz="2325" b="0">
                <a:solidFill>
                  <a:srgbClr val="35334D"/>
                </a:solidFill>
                <a:latin typeface="DejaVu Sans"/>
                <a:ea typeface="DejaVu Sans"/>
                <a:cs typeface="DejaVu Sans"/>
              </a:defRPr>
            </a:lvl9pPr>
          </a:lstStyle>
          <a:p xmlns:a="http://schemas.openxmlformats.org/drawingml/2006/main">
            <a:pPr>
              <a:defRPr sz="2325" b="0">
                <a:solidFill>
                  <a:srgbClr val="35334D"/>
                </a:solidFill>
                <a:latin typeface="DejaVu Sans"/>
                <a:ea typeface="DejaVu Sans"/>
                <a:cs typeface="DejaVu Sans"/>
              </a:defRPr>
            </a:pPr>
            <a:r>
              <a:rPr sz="2325" b="0">
                <a:solidFill>
                  <a:srgbClr val="35334D"/>
                </a:solidFill>
                <a:latin typeface="DejaVu Sans"/>
                <a:ea typeface="DejaVu Sans"/>
                <a:cs typeface="DejaVu Sans"/>
              </a:rPr>
              <a:t>Teddy has 10 little presents.</a:t>
            </a:r>
          </a:p>
          <a:p xmlns:a="http://schemas.openxmlformats.org/drawingml/2006/main">
            <a:pPr>
              <a:defRPr sz="2325" b="0">
                <a:solidFill>
                  <a:srgbClr val="35334D"/>
                </a:solidFill>
                <a:latin typeface="DejaVu Sans"/>
                <a:ea typeface="DejaVu Sans"/>
                <a:cs typeface="DejaVu Sans"/>
              </a:defRPr>
            </a:pPr>
            <a:r>
              <a:rPr sz="2325" b="0">
                <a:solidFill>
                  <a:srgbClr val="35334D"/>
                </a:solidFill>
                <a:latin typeface="DejaVu Sans"/>
                <a:ea typeface="DejaVu Sans"/>
                <a:cs typeface="DejaVu Sans"/>
              </a:rPr>
              <a:t>He gives 1 away. How many are left?</a:t>
            </a:r>
          </a:p>
        </p:txBody>
      </p:sp>
      <p:pic>
        <p:nvPicPr>
          <p:cNvPr id="3" name="">
            <a:extLst xmlns:a="http://schemas.openxmlformats.org/drawingml/2006/main">
              <a:ext uri="{FF2B5EF4-FFF2-40B4-BE49-F238E27FC236}">
                <a16:creationId xmlns:a16="http://schemas.microsoft.com/office/drawing/2014/main" id="{D249D2D4-BF38-4A70-887E-A3D97799B513}"/>
              </a:ext>
            </a:extLst>
          </p:cNvPr>
          <p:cNvPicPr>
            <a:picLocks xmlns:a="http://schemas.openxmlformats.org/drawingml/2006/main" noChangeAspect="1"/>
          </p:cNvPicPr>
          <p:nvPr/>
        </p:nvPicPr>
        <p:blipFill>
          <a:blip xmlns:r="http://schemas.openxmlformats.org/officeDocument/2006/relationships" xmlns:a="http://schemas.openxmlformats.org/drawingml/2006/main" r:embed="R62ebe31142f94ad4"/>
          <a:stretch xmlns:a="http://schemas.openxmlformats.org/drawingml/2006/main"/>
        </p:blipFill>
        <p:spPr>
          <a:xfrm xmlns:a="http://schemas.openxmlformats.org/drawingml/2006/main">
            <a:off x="666750" y="2095500"/>
            <a:ext cx="762000" cy="7620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436626E9-BB28-418E-B390-9C886C0C2F20}"/>
              </a:ext>
            </a:extLst>
          </p:cNvPr>
          <p:cNvPicPr>
            <a:picLocks xmlns:a="http://schemas.openxmlformats.org/drawingml/2006/main" noChangeAspect="1"/>
          </p:cNvPicPr>
          <p:nvPr/>
        </p:nvPicPr>
        <p:blipFill>
          <a:blip xmlns:r="http://schemas.openxmlformats.org/officeDocument/2006/relationships" xmlns:a="http://schemas.openxmlformats.org/drawingml/2006/main" r:embed="Ra342cb89ffbe4cc8"/>
          <a:stretch xmlns:a="http://schemas.openxmlformats.org/drawingml/2006/main"/>
        </p:blipFill>
        <p:spPr>
          <a:xfrm xmlns:a="http://schemas.openxmlformats.org/drawingml/2006/main">
            <a:off x="1666875" y="2095500"/>
            <a:ext cx="762000" cy="7620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803B3DE4-C93F-456A-A869-90D4A26D1B95}"/>
              </a:ext>
            </a:extLst>
          </p:cNvPr>
          <p:cNvPicPr>
            <a:picLocks xmlns:a="http://schemas.openxmlformats.org/drawingml/2006/main" noChangeAspect="1"/>
          </p:cNvPicPr>
          <p:nvPr/>
        </p:nvPicPr>
        <p:blipFill>
          <a:blip xmlns:r="http://schemas.openxmlformats.org/officeDocument/2006/relationships" xmlns:a="http://schemas.openxmlformats.org/drawingml/2006/main" r:embed="Rf13c8172e14c4250"/>
          <a:stretch xmlns:a="http://schemas.openxmlformats.org/drawingml/2006/main"/>
        </p:blipFill>
        <p:spPr>
          <a:xfrm xmlns:a="http://schemas.openxmlformats.org/drawingml/2006/main">
            <a:off x="2667000" y="2095500"/>
            <a:ext cx="762000" cy="762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90CD4849-4476-484B-993B-9F4553F0C05C}"/>
              </a:ext>
            </a:extLst>
          </p:cNvPr>
          <p:cNvPicPr>
            <a:picLocks xmlns:a="http://schemas.openxmlformats.org/drawingml/2006/main" noChangeAspect="1"/>
          </p:cNvPicPr>
          <p:nvPr/>
        </p:nvPicPr>
        <p:blipFill>
          <a:blip xmlns:r="http://schemas.openxmlformats.org/officeDocument/2006/relationships" xmlns:a="http://schemas.openxmlformats.org/drawingml/2006/main" r:embed="Rc6743cacd1ea4f8b"/>
          <a:stretch xmlns:a="http://schemas.openxmlformats.org/drawingml/2006/main"/>
        </p:blipFill>
        <p:spPr>
          <a:xfrm xmlns:a="http://schemas.openxmlformats.org/drawingml/2006/main">
            <a:off x="3667125" y="2095500"/>
            <a:ext cx="762000" cy="7620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4980D6FA-65A2-4B99-826F-568C23A19575}"/>
              </a:ext>
            </a:extLst>
          </p:cNvPr>
          <p:cNvPicPr>
            <a:picLocks xmlns:a="http://schemas.openxmlformats.org/drawingml/2006/main" noChangeAspect="1"/>
          </p:cNvPicPr>
          <p:nvPr/>
        </p:nvPicPr>
        <p:blipFill>
          <a:blip xmlns:r="http://schemas.openxmlformats.org/officeDocument/2006/relationships" xmlns:a="http://schemas.openxmlformats.org/drawingml/2006/main" r:embed="R2be3b70e576645d4"/>
          <a:stretch xmlns:a="http://schemas.openxmlformats.org/drawingml/2006/main"/>
        </p:blipFill>
        <p:spPr>
          <a:xfrm xmlns:a="http://schemas.openxmlformats.org/drawingml/2006/main">
            <a:off x="4667250" y="2095500"/>
            <a:ext cx="762000" cy="76200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048A235B-2813-4663-9C83-1E3B10F9F156}"/>
              </a:ext>
            </a:extLst>
          </p:cNvPr>
          <p:cNvPicPr>
            <a:picLocks xmlns:a="http://schemas.openxmlformats.org/drawingml/2006/main" noChangeAspect="1"/>
          </p:cNvPicPr>
          <p:nvPr/>
        </p:nvPicPr>
        <p:blipFill>
          <a:blip xmlns:r="http://schemas.openxmlformats.org/officeDocument/2006/relationships" xmlns:a="http://schemas.openxmlformats.org/drawingml/2006/main" r:embed="R0f6bf7d6f6d045b3"/>
          <a:stretch xmlns:a="http://schemas.openxmlformats.org/drawingml/2006/main"/>
        </p:blipFill>
        <p:spPr>
          <a:xfrm xmlns:a="http://schemas.openxmlformats.org/drawingml/2006/main">
            <a:off x="666750" y="3190875"/>
            <a:ext cx="762000" cy="7620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0D03F3C1-3687-47E8-8340-05BDA422C2DE}"/>
              </a:ext>
            </a:extLst>
          </p:cNvPr>
          <p:cNvPicPr>
            <a:picLocks xmlns:a="http://schemas.openxmlformats.org/drawingml/2006/main" noChangeAspect="1"/>
          </p:cNvPicPr>
          <p:nvPr/>
        </p:nvPicPr>
        <p:blipFill>
          <a:blip xmlns:r="http://schemas.openxmlformats.org/officeDocument/2006/relationships" xmlns:a="http://schemas.openxmlformats.org/drawingml/2006/main" r:embed="R26ae7c93b84e4cb2"/>
          <a:stretch xmlns:a="http://schemas.openxmlformats.org/drawingml/2006/main"/>
        </p:blipFill>
        <p:spPr>
          <a:xfrm xmlns:a="http://schemas.openxmlformats.org/drawingml/2006/main">
            <a:off x="1666875" y="3190875"/>
            <a:ext cx="762000" cy="762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ABFBD83D-EFE5-40A5-B2F1-CDC12C62F67D}"/>
              </a:ext>
            </a:extLst>
          </p:cNvPr>
          <p:cNvPicPr>
            <a:picLocks xmlns:a="http://schemas.openxmlformats.org/drawingml/2006/main" noChangeAspect="1"/>
          </p:cNvPicPr>
          <p:nvPr/>
        </p:nvPicPr>
        <p:blipFill>
          <a:blip xmlns:r="http://schemas.openxmlformats.org/officeDocument/2006/relationships" xmlns:a="http://schemas.openxmlformats.org/drawingml/2006/main" r:embed="Rd685c31feed847ea"/>
          <a:stretch xmlns:a="http://schemas.openxmlformats.org/drawingml/2006/main"/>
        </p:blipFill>
        <p:spPr>
          <a:xfrm xmlns:a="http://schemas.openxmlformats.org/drawingml/2006/main">
            <a:off x="2667000" y="3190875"/>
            <a:ext cx="762000" cy="76200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93D0832A-6EAF-41D0-942F-62B1A1074C72}"/>
              </a:ext>
            </a:extLst>
          </p:cNvPr>
          <p:cNvPicPr>
            <a:picLocks xmlns:a="http://schemas.openxmlformats.org/drawingml/2006/main" noChangeAspect="1"/>
          </p:cNvPicPr>
          <p:nvPr/>
        </p:nvPicPr>
        <p:blipFill>
          <a:blip xmlns:r="http://schemas.openxmlformats.org/officeDocument/2006/relationships" xmlns:a="http://schemas.openxmlformats.org/drawingml/2006/main" r:embed="R9d41e627bb954983"/>
          <a:stretch xmlns:a="http://schemas.openxmlformats.org/drawingml/2006/main"/>
        </p:blipFill>
        <p:spPr>
          <a:xfrm xmlns:a="http://schemas.openxmlformats.org/drawingml/2006/main">
            <a:off x="3667125" y="3190875"/>
            <a:ext cx="762000" cy="762000"/>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5DEDB456-AE91-4210-9ED1-FCA11546317F}"/>
              </a:ext>
            </a:extLst>
          </p:cNvPr>
          <p:cNvPicPr>
            <a:picLocks xmlns:a="http://schemas.openxmlformats.org/drawingml/2006/main" noChangeAspect="1"/>
          </p:cNvPicPr>
          <p:nvPr/>
        </p:nvPicPr>
        <p:blipFill>
          <a:blip xmlns:r="http://schemas.openxmlformats.org/officeDocument/2006/relationships" xmlns:a="http://schemas.openxmlformats.org/drawingml/2006/main" r:embed="R4b1ce56903704fd9"/>
          <a:stretch xmlns:a="http://schemas.openxmlformats.org/drawingml/2006/main"/>
        </p:blipFill>
        <p:spPr>
          <a:xfrm xmlns:a="http://schemas.openxmlformats.org/drawingml/2006/main">
            <a:off x="4667250" y="3190875"/>
            <a:ext cx="762000" cy="762000"/>
          </a:xfrm>
          <a:prstGeom xmlns:a="http://schemas.openxmlformats.org/drawingml/2006/main" prst="rect">
            <a:avLst/>
          </a:prstGeom>
        </p:spPr>
      </p:pic>
      <p:sp>
        <p:nvSpPr>
          <p:cNvPr id="13" name="classroom-cross">
            <a:extLst xmlns:a="http://schemas.openxmlformats.org/drawingml/2006/main">
              <a:ext uri="{FF2B5EF4-FFF2-40B4-BE49-F238E27FC236}">
                <a16:creationId xmlns:a16="http://schemas.microsoft.com/office/drawing/2014/main" id="{F7EC7999-712A-4154-8CBE-D9CEB6B09A52}"/>
              </a:ext>
            </a:extLst>
          </p:cNvPr>
          <p:cNvSpPr>
            <a:spLocks xmlns:a="http://schemas.openxmlformats.org/drawingml/2006/main" noGrp="1"/>
          </p:cNvSpPr>
          <p:nvPr/>
        </p:nvSpPr>
        <p:spPr>
          <a:xfrm xmlns:a="http://schemas.openxmlformats.org/drawingml/2006/main">
            <a:off x="4638675" y="3048000"/>
            <a:ext cx="809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6375" b="0">
                <a:solidFill>
                  <a:srgbClr val="AD315B"/>
                </a:solidFill>
                <a:latin typeface="DejaVu Sans"/>
                <a:ea typeface="DejaVu Sans"/>
                <a:cs typeface="DejaVu Sans"/>
              </a:defRPr>
            </a:defPPr>
            <a:lvl1pPr>
              <a:defRPr sz="6375" b="0">
                <a:solidFill>
                  <a:srgbClr val="AD315B"/>
                </a:solidFill>
                <a:latin typeface="DejaVu Sans"/>
                <a:ea typeface="DejaVu Sans"/>
                <a:cs typeface="DejaVu Sans"/>
              </a:defRPr>
            </a:lvl1pPr>
            <a:lvl2pPr>
              <a:defRPr sz="6375" b="0">
                <a:solidFill>
                  <a:srgbClr val="AD315B"/>
                </a:solidFill>
                <a:latin typeface="DejaVu Sans"/>
                <a:ea typeface="DejaVu Sans"/>
                <a:cs typeface="DejaVu Sans"/>
              </a:defRPr>
            </a:lvl2pPr>
            <a:lvl3pPr>
              <a:defRPr sz="6375" b="0">
                <a:solidFill>
                  <a:srgbClr val="AD315B"/>
                </a:solidFill>
                <a:latin typeface="DejaVu Sans"/>
                <a:ea typeface="DejaVu Sans"/>
                <a:cs typeface="DejaVu Sans"/>
              </a:defRPr>
            </a:lvl3pPr>
            <a:lvl4pPr>
              <a:defRPr sz="6375" b="0">
                <a:solidFill>
                  <a:srgbClr val="AD315B"/>
                </a:solidFill>
                <a:latin typeface="DejaVu Sans"/>
                <a:ea typeface="DejaVu Sans"/>
                <a:cs typeface="DejaVu Sans"/>
              </a:defRPr>
            </a:lvl4pPr>
            <a:lvl5pPr>
              <a:defRPr sz="6375" b="0">
                <a:solidFill>
                  <a:srgbClr val="AD315B"/>
                </a:solidFill>
                <a:latin typeface="DejaVu Sans"/>
                <a:ea typeface="DejaVu Sans"/>
                <a:cs typeface="DejaVu Sans"/>
              </a:defRPr>
            </a:lvl5pPr>
            <a:lvl6pPr>
              <a:defRPr sz="6375" b="0">
                <a:solidFill>
                  <a:srgbClr val="AD315B"/>
                </a:solidFill>
                <a:latin typeface="DejaVu Sans"/>
                <a:ea typeface="DejaVu Sans"/>
                <a:cs typeface="DejaVu Sans"/>
              </a:defRPr>
            </a:lvl6pPr>
            <a:lvl7pPr>
              <a:defRPr sz="6375" b="0">
                <a:solidFill>
                  <a:srgbClr val="AD315B"/>
                </a:solidFill>
                <a:latin typeface="DejaVu Sans"/>
                <a:ea typeface="DejaVu Sans"/>
                <a:cs typeface="DejaVu Sans"/>
              </a:defRPr>
            </a:lvl7pPr>
            <a:lvl8pPr>
              <a:defRPr sz="6375" b="0">
                <a:solidFill>
                  <a:srgbClr val="AD315B"/>
                </a:solidFill>
                <a:latin typeface="DejaVu Sans"/>
                <a:ea typeface="DejaVu Sans"/>
                <a:cs typeface="DejaVu Sans"/>
              </a:defRPr>
            </a:lvl8pPr>
            <a:lvl9pPr>
              <a:defRPr sz="6375" b="0">
                <a:solidFill>
                  <a:srgbClr val="AD315B"/>
                </a:solidFill>
                <a:latin typeface="DejaVu Sans"/>
                <a:ea typeface="DejaVu Sans"/>
                <a:cs typeface="DejaVu Sans"/>
              </a:defRPr>
            </a:lvl9pPr>
          </a:lstStyle>
          <a:p xmlns:a="http://schemas.openxmlformats.org/drawingml/2006/main">
            <a:pPr>
              <a:defRPr sz="6375" b="0">
                <a:solidFill>
                  <a:srgbClr val="AD315B"/>
                </a:solidFill>
                <a:latin typeface="DejaVu Sans"/>
                <a:ea typeface="DejaVu Sans"/>
                <a:cs typeface="DejaVu Sans"/>
              </a:defRPr>
            </a:pPr>
            <a:r>
              <a:rPr sz="6375" b="0">
                <a:solidFill>
                  <a:srgbClr val="AD315B"/>
                </a:solidFill>
                <a:latin typeface="DejaVu Sans"/>
                <a:ea typeface="DejaVu Sans"/>
                <a:cs typeface="DejaVu Sans"/>
              </a:rPr>
              <a:t>×</a:t>
            </a:r>
          </a:p>
        </p:txBody>
      </p:sp>
      <p:sp>
        <p:nvSpPr>
          <p:cNvPr id="14" name="classroom-answer">
            <a:extLst xmlns:a="http://schemas.openxmlformats.org/drawingml/2006/main">
              <a:ext uri="{FF2B5EF4-FFF2-40B4-BE49-F238E27FC236}">
                <a16:creationId xmlns:a16="http://schemas.microsoft.com/office/drawing/2014/main" id="{AF531E3F-0465-40C4-A035-BD1C3C45D59F}"/>
              </a:ext>
            </a:extLst>
          </p:cNvPr>
          <p:cNvSpPr>
            <a:spLocks xmlns:a="http://schemas.openxmlformats.org/drawingml/2006/main" noGrp="1"/>
          </p:cNvSpPr>
          <p:nvPr/>
        </p:nvSpPr>
        <p:spPr>
          <a:xfrm xmlns:a="http://schemas.openxmlformats.org/drawingml/2006/main">
            <a:off x="5953125" y="2857500"/>
            <a:ext cx="285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600" b="1">
                <a:solidFill>
                  <a:srgbClr val="176A70"/>
                </a:solidFill>
                <a:latin typeface="DejaVu Sans"/>
                <a:ea typeface="DejaVu Sans"/>
                <a:cs typeface="DejaVu Sans"/>
              </a:defRPr>
            </a:defPPr>
            <a:lvl1pPr>
              <a:defRPr sz="3600" b="1">
                <a:solidFill>
                  <a:srgbClr val="176A70"/>
                </a:solidFill>
                <a:latin typeface="DejaVu Sans"/>
                <a:ea typeface="DejaVu Sans"/>
                <a:cs typeface="DejaVu Sans"/>
              </a:defRPr>
            </a:lvl1pPr>
            <a:lvl2pPr>
              <a:defRPr sz="3600" b="1">
                <a:solidFill>
                  <a:srgbClr val="176A70"/>
                </a:solidFill>
                <a:latin typeface="DejaVu Sans"/>
                <a:ea typeface="DejaVu Sans"/>
                <a:cs typeface="DejaVu Sans"/>
              </a:defRPr>
            </a:lvl2pPr>
            <a:lvl3pPr>
              <a:defRPr sz="3600" b="1">
                <a:solidFill>
                  <a:srgbClr val="176A70"/>
                </a:solidFill>
                <a:latin typeface="DejaVu Sans"/>
                <a:ea typeface="DejaVu Sans"/>
                <a:cs typeface="DejaVu Sans"/>
              </a:defRPr>
            </a:lvl3pPr>
            <a:lvl4pPr>
              <a:defRPr sz="3600" b="1">
                <a:solidFill>
                  <a:srgbClr val="176A70"/>
                </a:solidFill>
                <a:latin typeface="DejaVu Sans"/>
                <a:ea typeface="DejaVu Sans"/>
                <a:cs typeface="DejaVu Sans"/>
              </a:defRPr>
            </a:lvl4pPr>
            <a:lvl5pPr>
              <a:defRPr sz="3600" b="1">
                <a:solidFill>
                  <a:srgbClr val="176A70"/>
                </a:solidFill>
                <a:latin typeface="DejaVu Sans"/>
                <a:ea typeface="DejaVu Sans"/>
                <a:cs typeface="DejaVu Sans"/>
              </a:defRPr>
            </a:lvl5pPr>
            <a:lvl6pPr>
              <a:defRPr sz="3600" b="1">
                <a:solidFill>
                  <a:srgbClr val="176A70"/>
                </a:solidFill>
                <a:latin typeface="DejaVu Sans"/>
                <a:ea typeface="DejaVu Sans"/>
                <a:cs typeface="DejaVu Sans"/>
              </a:defRPr>
            </a:lvl6pPr>
            <a:lvl7pPr>
              <a:defRPr sz="3600" b="1">
                <a:solidFill>
                  <a:srgbClr val="176A70"/>
                </a:solidFill>
                <a:latin typeface="DejaVu Sans"/>
                <a:ea typeface="DejaVu Sans"/>
                <a:cs typeface="DejaVu Sans"/>
              </a:defRPr>
            </a:lvl7pPr>
            <a:lvl8pPr>
              <a:defRPr sz="3600" b="1">
                <a:solidFill>
                  <a:srgbClr val="176A70"/>
                </a:solidFill>
                <a:latin typeface="DejaVu Sans"/>
                <a:ea typeface="DejaVu Sans"/>
                <a:cs typeface="DejaVu Sans"/>
              </a:defRPr>
            </a:lvl8pPr>
            <a:lvl9pPr>
              <a:defRPr sz="3600" b="1">
                <a:solidFill>
                  <a:srgbClr val="176A70"/>
                </a:solidFill>
                <a:latin typeface="DejaVu Sans"/>
                <a:ea typeface="DejaVu Sans"/>
                <a:cs typeface="DejaVu Sans"/>
              </a:defRPr>
            </a:lvl9pPr>
          </a:lstStyle>
          <a:p xmlns:a="http://schemas.openxmlformats.org/drawingml/2006/main">
            <a:pPr>
              <a:defRPr sz="3600" b="1">
                <a:solidFill>
                  <a:srgbClr val="176A70"/>
                </a:solidFill>
                <a:latin typeface="DejaVu Sans"/>
                <a:ea typeface="DejaVu Sans"/>
                <a:cs typeface="DejaVu Sans"/>
              </a:defRPr>
            </a:pPr>
            <a:r>
              <a:rPr sz="3600" b="1">
                <a:solidFill>
                  <a:srgbClr val="176A70"/>
                </a:solidFill>
                <a:latin typeface="DejaVu Sans"/>
                <a:ea typeface="DejaVu Sans"/>
                <a:cs typeface="DejaVu Sans"/>
              </a:rPr>
              <a:t>10 − 1 = 9</a:t>
            </a:r>
          </a:p>
        </p:txBody>
      </p:sp>
      <p:sp>
        <p:nvSpPr>
          <p:cNvPr id="15" name="classroom-prompt">
            <a:extLst xmlns:a="http://schemas.openxmlformats.org/drawingml/2006/main">
              <a:ext uri="{FF2B5EF4-FFF2-40B4-BE49-F238E27FC236}">
                <a16:creationId xmlns:a16="http://schemas.microsoft.com/office/drawing/2014/main" id="{C7A02AF8-6635-4343-BC69-0E9AE0C260B9}"/>
              </a:ext>
            </a:extLst>
          </p:cNvPr>
          <p:cNvSpPr>
            <a:spLocks xmlns:a="http://schemas.openxmlformats.org/drawingml/2006/main" noGrp="1"/>
          </p:cNvSpPr>
          <p:nvPr/>
        </p:nvSpPr>
        <p:spPr>
          <a:xfrm xmlns:a="http://schemas.openxmlformats.org/drawingml/2006/main">
            <a:off x="666750" y="4552950"/>
            <a:ext cx="7620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250" b="0">
                <a:solidFill>
                  <a:srgbClr val="35334D"/>
                </a:solidFill>
                <a:latin typeface="DejaVu Sans"/>
                <a:ea typeface="DejaVu Sans"/>
                <a:cs typeface="DejaVu Sans"/>
              </a:defRPr>
            </a:defPPr>
            <a:lvl1pPr>
              <a:defRPr sz="2250" b="0">
                <a:solidFill>
                  <a:srgbClr val="35334D"/>
                </a:solidFill>
                <a:latin typeface="DejaVu Sans"/>
                <a:ea typeface="DejaVu Sans"/>
                <a:cs typeface="DejaVu Sans"/>
              </a:defRPr>
            </a:lvl1pPr>
            <a:lvl2pPr>
              <a:defRPr sz="2250" b="0">
                <a:solidFill>
                  <a:srgbClr val="35334D"/>
                </a:solidFill>
                <a:latin typeface="DejaVu Sans"/>
                <a:ea typeface="DejaVu Sans"/>
                <a:cs typeface="DejaVu Sans"/>
              </a:defRPr>
            </a:lvl2pPr>
            <a:lvl3pPr>
              <a:defRPr sz="2250" b="0">
                <a:solidFill>
                  <a:srgbClr val="35334D"/>
                </a:solidFill>
                <a:latin typeface="DejaVu Sans"/>
                <a:ea typeface="DejaVu Sans"/>
                <a:cs typeface="DejaVu Sans"/>
              </a:defRPr>
            </a:lvl3pPr>
            <a:lvl4pPr>
              <a:defRPr sz="2250" b="0">
                <a:solidFill>
                  <a:srgbClr val="35334D"/>
                </a:solidFill>
                <a:latin typeface="DejaVu Sans"/>
                <a:ea typeface="DejaVu Sans"/>
                <a:cs typeface="DejaVu Sans"/>
              </a:defRPr>
            </a:lvl4pPr>
            <a:lvl5pPr>
              <a:defRPr sz="2250" b="0">
                <a:solidFill>
                  <a:srgbClr val="35334D"/>
                </a:solidFill>
                <a:latin typeface="DejaVu Sans"/>
                <a:ea typeface="DejaVu Sans"/>
                <a:cs typeface="DejaVu Sans"/>
              </a:defRPr>
            </a:lvl5pPr>
            <a:lvl6pPr>
              <a:defRPr sz="2250" b="0">
                <a:solidFill>
                  <a:srgbClr val="35334D"/>
                </a:solidFill>
                <a:latin typeface="DejaVu Sans"/>
                <a:ea typeface="DejaVu Sans"/>
                <a:cs typeface="DejaVu Sans"/>
              </a:defRPr>
            </a:lvl6pPr>
            <a:lvl7pPr>
              <a:defRPr sz="2250" b="0">
                <a:solidFill>
                  <a:srgbClr val="35334D"/>
                </a:solidFill>
                <a:latin typeface="DejaVu Sans"/>
                <a:ea typeface="DejaVu Sans"/>
                <a:cs typeface="DejaVu Sans"/>
              </a:defRPr>
            </a:lvl7pPr>
            <a:lvl8pPr>
              <a:defRPr sz="2250" b="0">
                <a:solidFill>
                  <a:srgbClr val="35334D"/>
                </a:solidFill>
                <a:latin typeface="DejaVu Sans"/>
                <a:ea typeface="DejaVu Sans"/>
                <a:cs typeface="DejaVu Sans"/>
              </a:defRPr>
            </a:lvl8pPr>
            <a:lvl9pPr>
              <a:defRPr sz="2250" b="0">
                <a:solidFill>
                  <a:srgbClr val="35334D"/>
                </a:solidFill>
                <a:latin typeface="DejaVu Sans"/>
                <a:ea typeface="DejaVu Sans"/>
                <a:cs typeface="DejaVu Sans"/>
              </a:defRPr>
            </a:lvl9pPr>
          </a:lstStyle>
          <a:p xmlns:a="http://schemas.openxmlformats.org/drawingml/2006/main">
            <a:pPr>
              <a:defRPr sz="2250" b="0">
                <a:solidFill>
                  <a:srgbClr val="35334D"/>
                </a:solidFill>
                <a:latin typeface="DejaVu Sans"/>
                <a:ea typeface="DejaVu Sans"/>
                <a:cs typeface="DejaVu Sans"/>
              </a:defRPr>
            </a:pPr>
            <a:r>
              <a:rPr sz="2250" b="0">
                <a:solidFill>
                  <a:srgbClr val="35334D"/>
                </a:solidFill>
                <a:latin typeface="DejaVu Sans"/>
                <a:ea typeface="DejaVu Sans"/>
                <a:cs typeface="DejaVu Sans"/>
              </a:rPr>
              <a:t>Count back one from 10.</a:t>
            </a:r>
          </a:p>
        </p:txBody>
      </p:sp>
      <p:sp>
        <p:nvSpPr>
          <p:cNvPr id="16" name="classroom-page">
            <a:extLst xmlns:a="http://schemas.openxmlformats.org/drawingml/2006/main">
              <a:ext uri="{FF2B5EF4-FFF2-40B4-BE49-F238E27FC236}">
                <a16:creationId xmlns:a16="http://schemas.microsoft.com/office/drawing/2014/main" id="{2122489F-C0AC-4912-8FC8-79D97ECEEEB9}"/>
              </a:ext>
            </a:extLst>
          </p:cNvPr>
          <p:cNvSpPr>
            <a:spLocks xmlns:a="http://schemas.openxmlformats.org/drawingml/2006/main" noGrp="1"/>
          </p:cNvSpPr>
          <p:nvPr/>
        </p:nvSpPr>
        <p:spPr>
          <a:xfrm xmlns:a="http://schemas.openxmlformats.org/drawingml/2006/main">
            <a:off x="8429625" y="48768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75" b="0">
                <a:solidFill>
                  <a:srgbClr val="35334D"/>
                </a:solidFill>
                <a:latin typeface="DejaVu Sans"/>
                <a:ea typeface="DejaVu Sans"/>
                <a:cs typeface="DejaVu Sans"/>
              </a:defRPr>
            </a:defPPr>
            <a:lvl1pPr>
              <a:defRPr sz="975" b="0">
                <a:solidFill>
                  <a:srgbClr val="35334D"/>
                </a:solidFill>
                <a:latin typeface="DejaVu Sans"/>
                <a:ea typeface="DejaVu Sans"/>
                <a:cs typeface="DejaVu Sans"/>
              </a:defRPr>
            </a:lvl1pPr>
            <a:lvl2pPr>
              <a:defRPr sz="975" b="0">
                <a:solidFill>
                  <a:srgbClr val="35334D"/>
                </a:solidFill>
                <a:latin typeface="DejaVu Sans"/>
                <a:ea typeface="DejaVu Sans"/>
                <a:cs typeface="DejaVu Sans"/>
              </a:defRPr>
            </a:lvl2pPr>
            <a:lvl3pPr>
              <a:defRPr sz="975" b="0">
                <a:solidFill>
                  <a:srgbClr val="35334D"/>
                </a:solidFill>
                <a:latin typeface="DejaVu Sans"/>
                <a:ea typeface="DejaVu Sans"/>
                <a:cs typeface="DejaVu Sans"/>
              </a:defRPr>
            </a:lvl3pPr>
            <a:lvl4pPr>
              <a:defRPr sz="975" b="0">
                <a:solidFill>
                  <a:srgbClr val="35334D"/>
                </a:solidFill>
                <a:latin typeface="DejaVu Sans"/>
                <a:ea typeface="DejaVu Sans"/>
                <a:cs typeface="DejaVu Sans"/>
              </a:defRPr>
            </a:lvl4pPr>
            <a:lvl5pPr>
              <a:defRPr sz="975" b="0">
                <a:solidFill>
                  <a:srgbClr val="35334D"/>
                </a:solidFill>
                <a:latin typeface="DejaVu Sans"/>
                <a:ea typeface="DejaVu Sans"/>
                <a:cs typeface="DejaVu Sans"/>
              </a:defRPr>
            </a:lvl5pPr>
            <a:lvl6pPr>
              <a:defRPr sz="975" b="0">
                <a:solidFill>
                  <a:srgbClr val="35334D"/>
                </a:solidFill>
                <a:latin typeface="DejaVu Sans"/>
                <a:ea typeface="DejaVu Sans"/>
                <a:cs typeface="DejaVu Sans"/>
              </a:defRPr>
            </a:lvl6pPr>
            <a:lvl7pPr>
              <a:defRPr sz="975" b="0">
                <a:solidFill>
                  <a:srgbClr val="35334D"/>
                </a:solidFill>
                <a:latin typeface="DejaVu Sans"/>
                <a:ea typeface="DejaVu Sans"/>
                <a:cs typeface="DejaVu Sans"/>
              </a:defRPr>
            </a:lvl7pPr>
            <a:lvl8pPr>
              <a:defRPr sz="975" b="0">
                <a:solidFill>
                  <a:srgbClr val="35334D"/>
                </a:solidFill>
                <a:latin typeface="DejaVu Sans"/>
                <a:ea typeface="DejaVu Sans"/>
                <a:cs typeface="DejaVu Sans"/>
              </a:defRPr>
            </a:lvl8pPr>
            <a:lvl9pPr>
              <a:defRPr sz="975" b="0">
                <a:solidFill>
                  <a:srgbClr val="35334D"/>
                </a:solidFill>
                <a:latin typeface="DejaVu Sans"/>
                <a:ea typeface="DejaVu Sans"/>
                <a:cs typeface="DejaVu Sans"/>
              </a:defRPr>
            </a:lvl9pPr>
          </a:lstStyle>
          <a:p xmlns:a="http://schemas.openxmlformats.org/drawingml/2006/main">
            <a:pPr>
              <a:defRPr sz="975" b="0">
                <a:solidFill>
                  <a:srgbClr val="35334D"/>
                </a:solidFill>
                <a:latin typeface="DejaVu Sans"/>
                <a:ea typeface="DejaVu Sans"/>
                <a:cs typeface="DejaVu Sans"/>
              </a:defRPr>
            </a:pPr>
            <a:r>
              <a:rPr sz="975" b="0">
                <a:solidFill>
                  <a:srgbClr val="35334D"/>
                </a:solidFill>
                <a:latin typeface="DejaVu Sans"/>
                <a:ea typeface="DejaVu Sans"/>
                <a:cs typeface="DejaVu Sans"/>
              </a:rPr>
              <a:t>6 / 8</a:t>
            </a:r>
          </a:p>
        </p:txBody>
      </p:sp>
    </p:spTree>
    <p:extLst>
      <p:ext uri="{BB962C8B-B14F-4D97-AF65-F5344CB8AC3E}">
        <p14:creationId xmlns:p14="http://schemas.microsoft.com/office/powerpoint/2010/main" val="2103921245"/>
      </p:ext>
    </p:extLst>
  </p:cSld>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nodeType="clickEffect">
                                  <p:stCondLst>
                                    <p:cond delay="0"/>
                                  </p:stCondLst>
                                  <p:childTnLst>
                                    <p:set>
                                      <p:cBhvr>
                                        <p:cTn id="5" dur="1" fill="hold"/>
                                        <p:tgtEl>
                                          <p:spTgt spid="14"/>
                                        </p:tgtEl>
                                        <p:attrNameLst>
                                          <p:attrName>style.visibility</p:attrName>
                                        </p:attrNameLst>
                                      </p:cBhvr>
                                      <p:to>
                                        <p:strVal val="visible"/>
                                      </p:to>
                                    </p:set>
                                    <p:animEffect transition="in" filter="fade">
                                      <p:cBhvr>
                                        <p:cTn id="6" dur="500" fill="hold"/>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allAtOnce"/>
    </p:bldLst>
  </p:timing>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lassroom-title">
            <a:extLst xmlns:a="http://schemas.openxmlformats.org/drawingml/2006/main">
              <a:ext uri="{FF2B5EF4-FFF2-40B4-BE49-F238E27FC236}">
                <a16:creationId xmlns:a16="http://schemas.microsoft.com/office/drawing/2014/main" id="{B2ACD755-4EDA-42F1-900C-B567652A8BDD}"/>
              </a:ext>
            </a:extLst>
          </p:cNvPr>
          <p:cNvSpPr>
            <a:spLocks xmlns:a="http://schemas.openxmlformats.org/drawingml/2006/main" noGrp="1"/>
          </p:cNvSpPr>
          <p:nvPr/>
        </p:nvSpPr>
        <p:spPr>
          <a:xfrm xmlns:a="http://schemas.openxmlformats.org/drawingml/2006/main">
            <a:off x="476250" y="333375"/>
            <a:ext cx="8191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300" b="1">
                <a:solidFill>
                  <a:srgbClr val="AD315B"/>
                </a:solidFill>
                <a:latin typeface="DejaVu Sans"/>
                <a:ea typeface="DejaVu Sans"/>
                <a:cs typeface="DejaVu Sans"/>
              </a:defRPr>
            </a:defPPr>
            <a:lvl1pPr>
              <a:defRPr sz="3300" b="1">
                <a:solidFill>
                  <a:srgbClr val="AD315B"/>
                </a:solidFill>
                <a:latin typeface="DejaVu Sans"/>
                <a:ea typeface="DejaVu Sans"/>
                <a:cs typeface="DejaVu Sans"/>
              </a:defRPr>
            </a:lvl1pPr>
            <a:lvl2pPr>
              <a:defRPr sz="3300" b="1">
                <a:solidFill>
                  <a:srgbClr val="AD315B"/>
                </a:solidFill>
                <a:latin typeface="DejaVu Sans"/>
                <a:ea typeface="DejaVu Sans"/>
                <a:cs typeface="DejaVu Sans"/>
              </a:defRPr>
            </a:lvl2pPr>
            <a:lvl3pPr>
              <a:defRPr sz="3300" b="1">
                <a:solidFill>
                  <a:srgbClr val="AD315B"/>
                </a:solidFill>
                <a:latin typeface="DejaVu Sans"/>
                <a:ea typeface="DejaVu Sans"/>
                <a:cs typeface="DejaVu Sans"/>
              </a:defRPr>
            </a:lvl3pPr>
            <a:lvl4pPr>
              <a:defRPr sz="3300" b="1">
                <a:solidFill>
                  <a:srgbClr val="AD315B"/>
                </a:solidFill>
                <a:latin typeface="DejaVu Sans"/>
                <a:ea typeface="DejaVu Sans"/>
                <a:cs typeface="DejaVu Sans"/>
              </a:defRPr>
            </a:lvl4pPr>
            <a:lvl5pPr>
              <a:defRPr sz="3300" b="1">
                <a:solidFill>
                  <a:srgbClr val="AD315B"/>
                </a:solidFill>
                <a:latin typeface="DejaVu Sans"/>
                <a:ea typeface="DejaVu Sans"/>
                <a:cs typeface="DejaVu Sans"/>
              </a:defRPr>
            </a:lvl5pPr>
            <a:lvl6pPr>
              <a:defRPr sz="3300" b="1">
                <a:solidFill>
                  <a:srgbClr val="AD315B"/>
                </a:solidFill>
                <a:latin typeface="DejaVu Sans"/>
                <a:ea typeface="DejaVu Sans"/>
                <a:cs typeface="DejaVu Sans"/>
              </a:defRPr>
            </a:lvl6pPr>
            <a:lvl7pPr>
              <a:defRPr sz="3300" b="1">
                <a:solidFill>
                  <a:srgbClr val="AD315B"/>
                </a:solidFill>
                <a:latin typeface="DejaVu Sans"/>
                <a:ea typeface="DejaVu Sans"/>
                <a:cs typeface="DejaVu Sans"/>
              </a:defRPr>
            </a:lvl7pPr>
            <a:lvl8pPr>
              <a:defRPr sz="3300" b="1">
                <a:solidFill>
                  <a:srgbClr val="AD315B"/>
                </a:solidFill>
                <a:latin typeface="DejaVu Sans"/>
                <a:ea typeface="DejaVu Sans"/>
                <a:cs typeface="DejaVu Sans"/>
              </a:defRPr>
            </a:lvl8pPr>
            <a:lvl9pPr>
              <a:defRPr sz="3300" b="1">
                <a:solidFill>
                  <a:srgbClr val="AD315B"/>
                </a:solidFill>
                <a:latin typeface="DejaVu Sans"/>
                <a:ea typeface="DejaVu Sans"/>
                <a:cs typeface="DejaVu Sans"/>
              </a:defRPr>
            </a:lvl9pPr>
          </a:lstStyle>
          <a:p xmlns:a="http://schemas.openxmlformats.org/drawingml/2006/main">
            <a:pPr>
              <a:defRPr sz="3300" b="1">
                <a:solidFill>
                  <a:srgbClr val="AD315B"/>
                </a:solidFill>
                <a:latin typeface="DejaVu Sans"/>
                <a:ea typeface="DejaVu Sans"/>
                <a:cs typeface="DejaVu Sans"/>
              </a:defRPr>
            </a:pPr>
            <a:r>
              <a:rPr sz="3300" b="1">
                <a:solidFill>
                  <a:srgbClr val="AD315B"/>
                </a:solidFill>
                <a:latin typeface="DejaVu Sans"/>
                <a:ea typeface="DejaVu Sans"/>
                <a:cs typeface="DejaVu Sans"/>
              </a:rPr>
              <a:t>Your birthday challenges</a:t>
            </a:r>
          </a:p>
        </p:txBody>
      </p:sp>
      <p:sp>
        <p:nvSpPr>
          <p:cNvPr id="2" name="classroom-body">
            <a:extLst xmlns:a="http://schemas.openxmlformats.org/drawingml/2006/main">
              <a:ext uri="{FF2B5EF4-FFF2-40B4-BE49-F238E27FC236}">
                <a16:creationId xmlns:a16="http://schemas.microsoft.com/office/drawing/2014/main" id="{39F05237-2EE6-4031-89B3-30D0FD62D179}"/>
              </a:ext>
            </a:extLst>
          </p:cNvPr>
          <p:cNvSpPr>
            <a:spLocks xmlns:a="http://schemas.openxmlformats.org/drawingml/2006/main" noGrp="1"/>
          </p:cNvSpPr>
          <p:nvPr/>
        </p:nvSpPr>
        <p:spPr>
          <a:xfrm xmlns:a="http://schemas.openxmlformats.org/drawingml/2006/main">
            <a:off x="523875" y="1095375"/>
            <a:ext cx="8096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325" b="0">
                <a:solidFill>
                  <a:srgbClr val="35334D"/>
                </a:solidFill>
                <a:latin typeface="DejaVu Sans"/>
                <a:ea typeface="DejaVu Sans"/>
                <a:cs typeface="DejaVu Sans"/>
              </a:defRPr>
            </a:defPPr>
            <a:lvl1pPr>
              <a:defRPr sz="2325" b="0">
                <a:solidFill>
                  <a:srgbClr val="35334D"/>
                </a:solidFill>
                <a:latin typeface="DejaVu Sans"/>
                <a:ea typeface="DejaVu Sans"/>
                <a:cs typeface="DejaVu Sans"/>
              </a:defRPr>
            </a:lvl1pPr>
            <a:lvl2pPr>
              <a:defRPr sz="2325" b="0">
                <a:solidFill>
                  <a:srgbClr val="35334D"/>
                </a:solidFill>
                <a:latin typeface="DejaVu Sans"/>
                <a:ea typeface="DejaVu Sans"/>
                <a:cs typeface="DejaVu Sans"/>
              </a:defRPr>
            </a:lvl2pPr>
            <a:lvl3pPr>
              <a:defRPr sz="2325" b="0">
                <a:solidFill>
                  <a:srgbClr val="35334D"/>
                </a:solidFill>
                <a:latin typeface="DejaVu Sans"/>
                <a:ea typeface="DejaVu Sans"/>
                <a:cs typeface="DejaVu Sans"/>
              </a:defRPr>
            </a:lvl3pPr>
            <a:lvl4pPr>
              <a:defRPr sz="2325" b="0">
                <a:solidFill>
                  <a:srgbClr val="35334D"/>
                </a:solidFill>
                <a:latin typeface="DejaVu Sans"/>
                <a:ea typeface="DejaVu Sans"/>
                <a:cs typeface="DejaVu Sans"/>
              </a:defRPr>
            </a:lvl4pPr>
            <a:lvl5pPr>
              <a:defRPr sz="2325" b="0">
                <a:solidFill>
                  <a:srgbClr val="35334D"/>
                </a:solidFill>
                <a:latin typeface="DejaVu Sans"/>
                <a:ea typeface="DejaVu Sans"/>
                <a:cs typeface="DejaVu Sans"/>
              </a:defRPr>
            </a:lvl5pPr>
            <a:lvl6pPr>
              <a:defRPr sz="2325" b="0">
                <a:solidFill>
                  <a:srgbClr val="35334D"/>
                </a:solidFill>
                <a:latin typeface="DejaVu Sans"/>
                <a:ea typeface="DejaVu Sans"/>
                <a:cs typeface="DejaVu Sans"/>
              </a:defRPr>
            </a:lvl6pPr>
            <a:lvl7pPr>
              <a:defRPr sz="2325" b="0">
                <a:solidFill>
                  <a:srgbClr val="35334D"/>
                </a:solidFill>
                <a:latin typeface="DejaVu Sans"/>
                <a:ea typeface="DejaVu Sans"/>
                <a:cs typeface="DejaVu Sans"/>
              </a:defRPr>
            </a:lvl7pPr>
            <a:lvl8pPr>
              <a:defRPr sz="2325" b="0">
                <a:solidFill>
                  <a:srgbClr val="35334D"/>
                </a:solidFill>
                <a:latin typeface="DejaVu Sans"/>
                <a:ea typeface="DejaVu Sans"/>
                <a:cs typeface="DejaVu Sans"/>
              </a:defRPr>
            </a:lvl8pPr>
            <a:lvl9pPr>
              <a:defRPr sz="2325" b="0">
                <a:solidFill>
                  <a:srgbClr val="35334D"/>
                </a:solidFill>
                <a:latin typeface="DejaVu Sans"/>
                <a:ea typeface="DejaVu Sans"/>
                <a:cs typeface="DejaVu Sans"/>
              </a:defRPr>
            </a:lvl9pPr>
          </a:lstStyle>
          <a:p xmlns:a="http://schemas.openxmlformats.org/drawingml/2006/main">
            <a:pPr>
              <a:defRPr sz="2325" b="0">
                <a:solidFill>
                  <a:srgbClr val="35334D"/>
                </a:solidFill>
                <a:latin typeface="DejaVu Sans"/>
                <a:ea typeface="DejaVu Sans"/>
                <a:cs typeface="DejaVu Sans"/>
              </a:defRPr>
            </a:pPr>
            <a:r>
              <a:rPr sz="2325" b="0">
                <a:solidFill>
                  <a:srgbClr val="35334D"/>
                </a:solidFill>
                <a:latin typeface="DejaVu Sans"/>
                <a:ea typeface="DejaVu Sans"/>
                <a:cs typeface="DejaVu Sans"/>
              </a:rPr>
              <a:t>Write your answers on your whiteboard.</a:t>
            </a:r>
          </a:p>
        </p:txBody>
      </p:sp>
      <p:sp>
        <p:nvSpPr>
          <p:cNvPr id="3" name="classroom-q1">
            <a:extLst xmlns:a="http://schemas.openxmlformats.org/drawingml/2006/main">
              <a:ext uri="{FF2B5EF4-FFF2-40B4-BE49-F238E27FC236}">
                <a16:creationId xmlns:a16="http://schemas.microsoft.com/office/drawing/2014/main" id="{49B50F92-67E1-42F4-912A-C11EBD52E1FB}"/>
              </a:ext>
            </a:extLst>
          </p:cNvPr>
          <p:cNvSpPr>
            <a:spLocks xmlns:a="http://schemas.openxmlformats.org/drawingml/2006/main" noGrp="1"/>
          </p:cNvSpPr>
          <p:nvPr/>
        </p:nvSpPr>
        <p:spPr>
          <a:xfrm xmlns:a="http://schemas.openxmlformats.org/drawingml/2006/main">
            <a:off x="619125" y="1857375"/>
            <a:ext cx="781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775" b="0">
                <a:solidFill>
                  <a:srgbClr val="35334D"/>
                </a:solidFill>
                <a:latin typeface="DejaVu Sans"/>
                <a:ea typeface="DejaVu Sans"/>
                <a:cs typeface="DejaVu Sans"/>
              </a:defRPr>
            </a:defPPr>
            <a:lvl1pPr>
              <a:defRPr sz="2775" b="0">
                <a:solidFill>
                  <a:srgbClr val="35334D"/>
                </a:solidFill>
                <a:latin typeface="DejaVu Sans"/>
                <a:ea typeface="DejaVu Sans"/>
                <a:cs typeface="DejaVu Sans"/>
              </a:defRPr>
            </a:lvl1pPr>
            <a:lvl2pPr>
              <a:defRPr sz="2775" b="0">
                <a:solidFill>
                  <a:srgbClr val="35334D"/>
                </a:solidFill>
                <a:latin typeface="DejaVu Sans"/>
                <a:ea typeface="DejaVu Sans"/>
                <a:cs typeface="DejaVu Sans"/>
              </a:defRPr>
            </a:lvl2pPr>
            <a:lvl3pPr>
              <a:defRPr sz="2775" b="0">
                <a:solidFill>
                  <a:srgbClr val="35334D"/>
                </a:solidFill>
                <a:latin typeface="DejaVu Sans"/>
                <a:ea typeface="DejaVu Sans"/>
                <a:cs typeface="DejaVu Sans"/>
              </a:defRPr>
            </a:lvl3pPr>
            <a:lvl4pPr>
              <a:defRPr sz="2775" b="0">
                <a:solidFill>
                  <a:srgbClr val="35334D"/>
                </a:solidFill>
                <a:latin typeface="DejaVu Sans"/>
                <a:ea typeface="DejaVu Sans"/>
                <a:cs typeface="DejaVu Sans"/>
              </a:defRPr>
            </a:lvl4pPr>
            <a:lvl5pPr>
              <a:defRPr sz="2775" b="0">
                <a:solidFill>
                  <a:srgbClr val="35334D"/>
                </a:solidFill>
                <a:latin typeface="DejaVu Sans"/>
                <a:ea typeface="DejaVu Sans"/>
                <a:cs typeface="DejaVu Sans"/>
              </a:defRPr>
            </a:lvl5pPr>
            <a:lvl6pPr>
              <a:defRPr sz="2775" b="0">
                <a:solidFill>
                  <a:srgbClr val="35334D"/>
                </a:solidFill>
                <a:latin typeface="DejaVu Sans"/>
                <a:ea typeface="DejaVu Sans"/>
                <a:cs typeface="DejaVu Sans"/>
              </a:defRPr>
            </a:lvl6pPr>
            <a:lvl7pPr>
              <a:defRPr sz="2775" b="0">
                <a:solidFill>
                  <a:srgbClr val="35334D"/>
                </a:solidFill>
                <a:latin typeface="DejaVu Sans"/>
                <a:ea typeface="DejaVu Sans"/>
                <a:cs typeface="DejaVu Sans"/>
              </a:defRPr>
            </a:lvl7pPr>
            <a:lvl8pPr>
              <a:defRPr sz="2775" b="0">
                <a:solidFill>
                  <a:srgbClr val="35334D"/>
                </a:solidFill>
                <a:latin typeface="DejaVu Sans"/>
                <a:ea typeface="DejaVu Sans"/>
                <a:cs typeface="DejaVu Sans"/>
              </a:defRPr>
            </a:lvl8pPr>
            <a:lvl9pPr>
              <a:defRPr sz="2775" b="0">
                <a:solidFill>
                  <a:srgbClr val="35334D"/>
                </a:solidFill>
                <a:latin typeface="DejaVu Sans"/>
                <a:ea typeface="DejaVu Sans"/>
                <a:cs typeface="DejaVu Sans"/>
              </a:defRPr>
            </a:lvl9pPr>
          </a:lstStyle>
          <a:p xmlns:a="http://schemas.openxmlformats.org/drawingml/2006/main">
            <a:pPr>
              <a:defRPr sz="2775" b="0">
                <a:solidFill>
                  <a:srgbClr val="35334D"/>
                </a:solidFill>
                <a:latin typeface="DejaVu Sans"/>
                <a:ea typeface="DejaVu Sans"/>
                <a:cs typeface="DejaVu Sans"/>
              </a:defRPr>
            </a:pPr>
            <a:r>
              <a:rPr sz="2775" b="0">
                <a:solidFill>
                  <a:srgbClr val="35334D"/>
                </a:solidFill>
                <a:latin typeface="DejaVu Sans"/>
                <a:ea typeface="DejaVu Sans"/>
                <a:cs typeface="DejaVu Sans"/>
              </a:rPr>
              <a:t>12 balloons: one more is ___</a:t>
            </a:r>
          </a:p>
        </p:txBody>
      </p:sp>
      <p:sp>
        <p:nvSpPr>
          <p:cNvPr id="4" name="classroom-q2">
            <a:extLst xmlns:a="http://schemas.openxmlformats.org/drawingml/2006/main">
              <a:ext uri="{FF2B5EF4-FFF2-40B4-BE49-F238E27FC236}">
                <a16:creationId xmlns:a16="http://schemas.microsoft.com/office/drawing/2014/main" id="{E239961E-5A34-4159-A659-A89072EACB7D}"/>
              </a:ext>
            </a:extLst>
          </p:cNvPr>
          <p:cNvSpPr>
            <a:spLocks xmlns:a="http://schemas.openxmlformats.org/drawingml/2006/main" noGrp="1"/>
          </p:cNvSpPr>
          <p:nvPr/>
        </p:nvSpPr>
        <p:spPr>
          <a:xfrm xmlns:a="http://schemas.openxmlformats.org/drawingml/2006/main">
            <a:off x="619125" y="2667000"/>
            <a:ext cx="781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775" b="0">
                <a:solidFill>
                  <a:srgbClr val="35334D"/>
                </a:solidFill>
                <a:latin typeface="DejaVu Sans"/>
                <a:ea typeface="DejaVu Sans"/>
                <a:cs typeface="DejaVu Sans"/>
              </a:defRPr>
            </a:defPPr>
            <a:lvl1pPr>
              <a:defRPr sz="2775" b="0">
                <a:solidFill>
                  <a:srgbClr val="35334D"/>
                </a:solidFill>
                <a:latin typeface="DejaVu Sans"/>
                <a:ea typeface="DejaVu Sans"/>
                <a:cs typeface="DejaVu Sans"/>
              </a:defRPr>
            </a:lvl1pPr>
            <a:lvl2pPr>
              <a:defRPr sz="2775" b="0">
                <a:solidFill>
                  <a:srgbClr val="35334D"/>
                </a:solidFill>
                <a:latin typeface="DejaVu Sans"/>
                <a:ea typeface="DejaVu Sans"/>
                <a:cs typeface="DejaVu Sans"/>
              </a:defRPr>
            </a:lvl2pPr>
            <a:lvl3pPr>
              <a:defRPr sz="2775" b="0">
                <a:solidFill>
                  <a:srgbClr val="35334D"/>
                </a:solidFill>
                <a:latin typeface="DejaVu Sans"/>
                <a:ea typeface="DejaVu Sans"/>
                <a:cs typeface="DejaVu Sans"/>
              </a:defRPr>
            </a:lvl3pPr>
            <a:lvl4pPr>
              <a:defRPr sz="2775" b="0">
                <a:solidFill>
                  <a:srgbClr val="35334D"/>
                </a:solidFill>
                <a:latin typeface="DejaVu Sans"/>
                <a:ea typeface="DejaVu Sans"/>
                <a:cs typeface="DejaVu Sans"/>
              </a:defRPr>
            </a:lvl4pPr>
            <a:lvl5pPr>
              <a:defRPr sz="2775" b="0">
                <a:solidFill>
                  <a:srgbClr val="35334D"/>
                </a:solidFill>
                <a:latin typeface="DejaVu Sans"/>
                <a:ea typeface="DejaVu Sans"/>
                <a:cs typeface="DejaVu Sans"/>
              </a:defRPr>
            </a:lvl5pPr>
            <a:lvl6pPr>
              <a:defRPr sz="2775" b="0">
                <a:solidFill>
                  <a:srgbClr val="35334D"/>
                </a:solidFill>
                <a:latin typeface="DejaVu Sans"/>
                <a:ea typeface="DejaVu Sans"/>
                <a:cs typeface="DejaVu Sans"/>
              </a:defRPr>
            </a:lvl6pPr>
            <a:lvl7pPr>
              <a:defRPr sz="2775" b="0">
                <a:solidFill>
                  <a:srgbClr val="35334D"/>
                </a:solidFill>
                <a:latin typeface="DejaVu Sans"/>
                <a:ea typeface="DejaVu Sans"/>
                <a:cs typeface="DejaVu Sans"/>
              </a:defRPr>
            </a:lvl7pPr>
            <a:lvl8pPr>
              <a:defRPr sz="2775" b="0">
                <a:solidFill>
                  <a:srgbClr val="35334D"/>
                </a:solidFill>
                <a:latin typeface="DejaVu Sans"/>
                <a:ea typeface="DejaVu Sans"/>
                <a:cs typeface="DejaVu Sans"/>
              </a:defRPr>
            </a:lvl8pPr>
            <a:lvl9pPr>
              <a:defRPr sz="2775" b="0">
                <a:solidFill>
                  <a:srgbClr val="35334D"/>
                </a:solidFill>
                <a:latin typeface="DejaVu Sans"/>
                <a:ea typeface="DejaVu Sans"/>
                <a:cs typeface="DejaVu Sans"/>
              </a:defRPr>
            </a:lvl9pPr>
          </a:lstStyle>
          <a:p xmlns:a="http://schemas.openxmlformats.org/drawingml/2006/main">
            <a:pPr>
              <a:defRPr sz="2775" b="0">
                <a:solidFill>
                  <a:srgbClr val="35334D"/>
                </a:solidFill>
                <a:latin typeface="DejaVu Sans"/>
                <a:ea typeface="DejaVu Sans"/>
                <a:cs typeface="DejaVu Sans"/>
              </a:defRPr>
            </a:pPr>
            <a:r>
              <a:rPr sz="2775" b="0">
                <a:solidFill>
                  <a:srgbClr val="35334D"/>
                </a:solidFill>
                <a:latin typeface="DejaVu Sans"/>
                <a:ea typeface="DejaVu Sans"/>
                <a:cs typeface="DejaVu Sans"/>
              </a:rPr>
              <a:t>18 cupcakes: one less is ___</a:t>
            </a:r>
          </a:p>
        </p:txBody>
      </p:sp>
      <p:sp>
        <p:nvSpPr>
          <p:cNvPr id="5" name="classroom-q3">
            <a:extLst xmlns:a="http://schemas.openxmlformats.org/drawingml/2006/main">
              <a:ext uri="{FF2B5EF4-FFF2-40B4-BE49-F238E27FC236}">
                <a16:creationId xmlns:a16="http://schemas.microsoft.com/office/drawing/2014/main" id="{AC74F476-2E11-4992-B11D-D67C3BCE9003}"/>
              </a:ext>
            </a:extLst>
          </p:cNvPr>
          <p:cNvSpPr>
            <a:spLocks xmlns:a="http://schemas.openxmlformats.org/drawingml/2006/main" noGrp="1"/>
          </p:cNvSpPr>
          <p:nvPr/>
        </p:nvSpPr>
        <p:spPr>
          <a:xfrm xmlns:a="http://schemas.openxmlformats.org/drawingml/2006/main">
            <a:off x="619125" y="3476625"/>
            <a:ext cx="781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775" b="0">
                <a:solidFill>
                  <a:srgbClr val="35334D"/>
                </a:solidFill>
                <a:latin typeface="DejaVu Sans"/>
                <a:ea typeface="DejaVu Sans"/>
                <a:cs typeface="DejaVu Sans"/>
              </a:defRPr>
            </a:defPPr>
            <a:lvl1pPr>
              <a:defRPr sz="2775" b="0">
                <a:solidFill>
                  <a:srgbClr val="35334D"/>
                </a:solidFill>
                <a:latin typeface="DejaVu Sans"/>
                <a:ea typeface="DejaVu Sans"/>
                <a:cs typeface="DejaVu Sans"/>
              </a:defRPr>
            </a:lvl1pPr>
            <a:lvl2pPr>
              <a:defRPr sz="2775" b="0">
                <a:solidFill>
                  <a:srgbClr val="35334D"/>
                </a:solidFill>
                <a:latin typeface="DejaVu Sans"/>
                <a:ea typeface="DejaVu Sans"/>
                <a:cs typeface="DejaVu Sans"/>
              </a:defRPr>
            </a:lvl2pPr>
            <a:lvl3pPr>
              <a:defRPr sz="2775" b="0">
                <a:solidFill>
                  <a:srgbClr val="35334D"/>
                </a:solidFill>
                <a:latin typeface="DejaVu Sans"/>
                <a:ea typeface="DejaVu Sans"/>
                <a:cs typeface="DejaVu Sans"/>
              </a:defRPr>
            </a:lvl3pPr>
            <a:lvl4pPr>
              <a:defRPr sz="2775" b="0">
                <a:solidFill>
                  <a:srgbClr val="35334D"/>
                </a:solidFill>
                <a:latin typeface="DejaVu Sans"/>
                <a:ea typeface="DejaVu Sans"/>
                <a:cs typeface="DejaVu Sans"/>
              </a:defRPr>
            </a:lvl4pPr>
            <a:lvl5pPr>
              <a:defRPr sz="2775" b="0">
                <a:solidFill>
                  <a:srgbClr val="35334D"/>
                </a:solidFill>
                <a:latin typeface="DejaVu Sans"/>
                <a:ea typeface="DejaVu Sans"/>
                <a:cs typeface="DejaVu Sans"/>
              </a:defRPr>
            </a:lvl5pPr>
            <a:lvl6pPr>
              <a:defRPr sz="2775" b="0">
                <a:solidFill>
                  <a:srgbClr val="35334D"/>
                </a:solidFill>
                <a:latin typeface="DejaVu Sans"/>
                <a:ea typeface="DejaVu Sans"/>
                <a:cs typeface="DejaVu Sans"/>
              </a:defRPr>
            </a:lvl6pPr>
            <a:lvl7pPr>
              <a:defRPr sz="2775" b="0">
                <a:solidFill>
                  <a:srgbClr val="35334D"/>
                </a:solidFill>
                <a:latin typeface="DejaVu Sans"/>
                <a:ea typeface="DejaVu Sans"/>
                <a:cs typeface="DejaVu Sans"/>
              </a:defRPr>
            </a:lvl7pPr>
            <a:lvl8pPr>
              <a:defRPr sz="2775" b="0">
                <a:solidFill>
                  <a:srgbClr val="35334D"/>
                </a:solidFill>
                <a:latin typeface="DejaVu Sans"/>
                <a:ea typeface="DejaVu Sans"/>
                <a:cs typeface="DejaVu Sans"/>
              </a:defRPr>
            </a:lvl8pPr>
            <a:lvl9pPr>
              <a:defRPr sz="2775" b="0">
                <a:solidFill>
                  <a:srgbClr val="35334D"/>
                </a:solidFill>
                <a:latin typeface="DejaVu Sans"/>
                <a:ea typeface="DejaVu Sans"/>
                <a:cs typeface="DejaVu Sans"/>
              </a:defRPr>
            </a:lvl9pPr>
          </a:lstStyle>
          <a:p xmlns:a="http://schemas.openxmlformats.org/drawingml/2006/main">
            <a:pPr>
              <a:defRPr sz="2775" b="0">
                <a:solidFill>
                  <a:srgbClr val="35334D"/>
                </a:solidFill>
                <a:latin typeface="DejaVu Sans"/>
                <a:ea typeface="DejaVu Sans"/>
                <a:cs typeface="DejaVu Sans"/>
              </a:defRPr>
            </a:pPr>
            <a:r>
              <a:rPr sz="2775" b="0">
                <a:solidFill>
                  <a:srgbClr val="35334D"/>
                </a:solidFill>
                <a:latin typeface="DejaVu Sans"/>
                <a:ea typeface="DejaVu Sans"/>
                <a:cs typeface="DejaVu Sans"/>
              </a:rPr>
              <a:t>1 party bag: one less is ___</a:t>
            </a:r>
          </a:p>
        </p:txBody>
      </p:sp>
      <p:sp>
        <p:nvSpPr>
          <p:cNvPr id="6" name="classroom-answer">
            <a:extLst xmlns:a="http://schemas.openxmlformats.org/drawingml/2006/main">
              <a:ext uri="{FF2B5EF4-FFF2-40B4-BE49-F238E27FC236}">
                <a16:creationId xmlns:a16="http://schemas.microsoft.com/office/drawing/2014/main" id="{77A61B10-FE26-4C0E-8BE9-1D553BC68623}"/>
              </a:ext>
            </a:extLst>
          </p:cNvPr>
          <p:cNvSpPr>
            <a:spLocks xmlns:a="http://schemas.openxmlformats.org/drawingml/2006/main" noGrp="1"/>
          </p:cNvSpPr>
          <p:nvPr/>
        </p:nvSpPr>
        <p:spPr>
          <a:xfrm xmlns:a="http://schemas.openxmlformats.org/drawingml/2006/main">
            <a:off x="619125" y="4476750"/>
            <a:ext cx="800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250" b="1">
                <a:solidFill>
                  <a:srgbClr val="176A70"/>
                </a:solidFill>
                <a:latin typeface="DejaVu Sans"/>
                <a:ea typeface="DejaVu Sans"/>
                <a:cs typeface="DejaVu Sans"/>
              </a:defRPr>
            </a:defPPr>
            <a:lvl1pPr>
              <a:defRPr sz="2250" b="1">
                <a:solidFill>
                  <a:srgbClr val="176A70"/>
                </a:solidFill>
                <a:latin typeface="DejaVu Sans"/>
                <a:ea typeface="DejaVu Sans"/>
                <a:cs typeface="DejaVu Sans"/>
              </a:defRPr>
            </a:lvl1pPr>
            <a:lvl2pPr>
              <a:defRPr sz="2250" b="1">
                <a:solidFill>
                  <a:srgbClr val="176A70"/>
                </a:solidFill>
                <a:latin typeface="DejaVu Sans"/>
                <a:ea typeface="DejaVu Sans"/>
                <a:cs typeface="DejaVu Sans"/>
              </a:defRPr>
            </a:lvl2pPr>
            <a:lvl3pPr>
              <a:defRPr sz="2250" b="1">
                <a:solidFill>
                  <a:srgbClr val="176A70"/>
                </a:solidFill>
                <a:latin typeface="DejaVu Sans"/>
                <a:ea typeface="DejaVu Sans"/>
                <a:cs typeface="DejaVu Sans"/>
              </a:defRPr>
            </a:lvl3pPr>
            <a:lvl4pPr>
              <a:defRPr sz="2250" b="1">
                <a:solidFill>
                  <a:srgbClr val="176A70"/>
                </a:solidFill>
                <a:latin typeface="DejaVu Sans"/>
                <a:ea typeface="DejaVu Sans"/>
                <a:cs typeface="DejaVu Sans"/>
              </a:defRPr>
            </a:lvl4pPr>
            <a:lvl5pPr>
              <a:defRPr sz="2250" b="1">
                <a:solidFill>
                  <a:srgbClr val="176A70"/>
                </a:solidFill>
                <a:latin typeface="DejaVu Sans"/>
                <a:ea typeface="DejaVu Sans"/>
                <a:cs typeface="DejaVu Sans"/>
              </a:defRPr>
            </a:lvl5pPr>
            <a:lvl6pPr>
              <a:defRPr sz="2250" b="1">
                <a:solidFill>
                  <a:srgbClr val="176A70"/>
                </a:solidFill>
                <a:latin typeface="DejaVu Sans"/>
                <a:ea typeface="DejaVu Sans"/>
                <a:cs typeface="DejaVu Sans"/>
              </a:defRPr>
            </a:lvl6pPr>
            <a:lvl7pPr>
              <a:defRPr sz="2250" b="1">
                <a:solidFill>
                  <a:srgbClr val="176A70"/>
                </a:solidFill>
                <a:latin typeface="DejaVu Sans"/>
                <a:ea typeface="DejaVu Sans"/>
                <a:cs typeface="DejaVu Sans"/>
              </a:defRPr>
            </a:lvl7pPr>
            <a:lvl8pPr>
              <a:defRPr sz="2250" b="1">
                <a:solidFill>
                  <a:srgbClr val="176A70"/>
                </a:solidFill>
                <a:latin typeface="DejaVu Sans"/>
                <a:ea typeface="DejaVu Sans"/>
                <a:cs typeface="DejaVu Sans"/>
              </a:defRPr>
            </a:lvl8pPr>
            <a:lvl9pPr>
              <a:defRPr sz="2250" b="1">
                <a:solidFill>
                  <a:srgbClr val="176A70"/>
                </a:solidFill>
                <a:latin typeface="DejaVu Sans"/>
                <a:ea typeface="DejaVu Sans"/>
                <a:cs typeface="DejaVu Sans"/>
              </a:defRPr>
            </a:lvl9pPr>
          </a:lstStyle>
          <a:p xmlns:a="http://schemas.openxmlformats.org/drawingml/2006/main">
            <a:pPr>
              <a:defRPr sz="2250" b="1">
                <a:solidFill>
                  <a:srgbClr val="176A70"/>
                </a:solidFill>
                <a:latin typeface="DejaVu Sans"/>
                <a:ea typeface="DejaVu Sans"/>
                <a:cs typeface="DejaVu Sans"/>
              </a:defRPr>
            </a:pPr>
            <a:r>
              <a:rPr sz="2250" b="1">
                <a:solidFill>
                  <a:srgbClr val="176A70"/>
                </a:solidFill>
                <a:latin typeface="DejaVu Sans"/>
                <a:ea typeface="DejaVu Sans"/>
                <a:cs typeface="DejaVu Sans"/>
              </a:rPr>
              <a:t>13 balloons     17 cupcakes     0 bags</a:t>
            </a:r>
          </a:p>
        </p:txBody>
      </p:sp>
      <p:sp>
        <p:nvSpPr>
          <p:cNvPr id="7" name="classroom-page">
            <a:extLst xmlns:a="http://schemas.openxmlformats.org/drawingml/2006/main">
              <a:ext uri="{FF2B5EF4-FFF2-40B4-BE49-F238E27FC236}">
                <a16:creationId xmlns:a16="http://schemas.microsoft.com/office/drawing/2014/main" id="{09A5A5AD-B162-466B-9DBA-695BED25136D}"/>
              </a:ext>
            </a:extLst>
          </p:cNvPr>
          <p:cNvSpPr>
            <a:spLocks xmlns:a="http://schemas.openxmlformats.org/drawingml/2006/main" noGrp="1"/>
          </p:cNvSpPr>
          <p:nvPr/>
        </p:nvSpPr>
        <p:spPr>
          <a:xfrm xmlns:a="http://schemas.openxmlformats.org/drawingml/2006/main">
            <a:off x="8429625" y="48768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75" b="0">
                <a:solidFill>
                  <a:srgbClr val="35334D"/>
                </a:solidFill>
                <a:latin typeface="DejaVu Sans"/>
                <a:ea typeface="DejaVu Sans"/>
                <a:cs typeface="DejaVu Sans"/>
              </a:defRPr>
            </a:defPPr>
            <a:lvl1pPr>
              <a:defRPr sz="975" b="0">
                <a:solidFill>
                  <a:srgbClr val="35334D"/>
                </a:solidFill>
                <a:latin typeface="DejaVu Sans"/>
                <a:ea typeface="DejaVu Sans"/>
                <a:cs typeface="DejaVu Sans"/>
              </a:defRPr>
            </a:lvl1pPr>
            <a:lvl2pPr>
              <a:defRPr sz="975" b="0">
                <a:solidFill>
                  <a:srgbClr val="35334D"/>
                </a:solidFill>
                <a:latin typeface="DejaVu Sans"/>
                <a:ea typeface="DejaVu Sans"/>
                <a:cs typeface="DejaVu Sans"/>
              </a:defRPr>
            </a:lvl2pPr>
            <a:lvl3pPr>
              <a:defRPr sz="975" b="0">
                <a:solidFill>
                  <a:srgbClr val="35334D"/>
                </a:solidFill>
                <a:latin typeface="DejaVu Sans"/>
                <a:ea typeface="DejaVu Sans"/>
                <a:cs typeface="DejaVu Sans"/>
              </a:defRPr>
            </a:lvl3pPr>
            <a:lvl4pPr>
              <a:defRPr sz="975" b="0">
                <a:solidFill>
                  <a:srgbClr val="35334D"/>
                </a:solidFill>
                <a:latin typeface="DejaVu Sans"/>
                <a:ea typeface="DejaVu Sans"/>
                <a:cs typeface="DejaVu Sans"/>
              </a:defRPr>
            </a:lvl4pPr>
            <a:lvl5pPr>
              <a:defRPr sz="975" b="0">
                <a:solidFill>
                  <a:srgbClr val="35334D"/>
                </a:solidFill>
                <a:latin typeface="DejaVu Sans"/>
                <a:ea typeface="DejaVu Sans"/>
                <a:cs typeface="DejaVu Sans"/>
              </a:defRPr>
            </a:lvl5pPr>
            <a:lvl6pPr>
              <a:defRPr sz="975" b="0">
                <a:solidFill>
                  <a:srgbClr val="35334D"/>
                </a:solidFill>
                <a:latin typeface="DejaVu Sans"/>
                <a:ea typeface="DejaVu Sans"/>
                <a:cs typeface="DejaVu Sans"/>
              </a:defRPr>
            </a:lvl6pPr>
            <a:lvl7pPr>
              <a:defRPr sz="975" b="0">
                <a:solidFill>
                  <a:srgbClr val="35334D"/>
                </a:solidFill>
                <a:latin typeface="DejaVu Sans"/>
                <a:ea typeface="DejaVu Sans"/>
                <a:cs typeface="DejaVu Sans"/>
              </a:defRPr>
            </a:lvl7pPr>
            <a:lvl8pPr>
              <a:defRPr sz="975" b="0">
                <a:solidFill>
                  <a:srgbClr val="35334D"/>
                </a:solidFill>
                <a:latin typeface="DejaVu Sans"/>
                <a:ea typeface="DejaVu Sans"/>
                <a:cs typeface="DejaVu Sans"/>
              </a:defRPr>
            </a:lvl8pPr>
            <a:lvl9pPr>
              <a:defRPr sz="975" b="0">
                <a:solidFill>
                  <a:srgbClr val="35334D"/>
                </a:solidFill>
                <a:latin typeface="DejaVu Sans"/>
                <a:ea typeface="DejaVu Sans"/>
                <a:cs typeface="DejaVu Sans"/>
              </a:defRPr>
            </a:lvl9pPr>
          </a:lstStyle>
          <a:p xmlns:a="http://schemas.openxmlformats.org/drawingml/2006/main">
            <a:pPr>
              <a:defRPr sz="975" b="0">
                <a:solidFill>
                  <a:srgbClr val="35334D"/>
                </a:solidFill>
                <a:latin typeface="DejaVu Sans"/>
                <a:ea typeface="DejaVu Sans"/>
                <a:cs typeface="DejaVu Sans"/>
              </a:defRPr>
            </a:pPr>
            <a:r>
              <a:rPr sz="975" b="0">
                <a:solidFill>
                  <a:srgbClr val="35334D"/>
                </a:solidFill>
                <a:latin typeface="DejaVu Sans"/>
                <a:ea typeface="DejaVu Sans"/>
                <a:cs typeface="DejaVu Sans"/>
              </a:rPr>
              <a:t>7 / 8</a:t>
            </a:r>
          </a:p>
        </p:txBody>
      </p:sp>
    </p:spTree>
    <p:extLst>
      <p:ext uri="{BB962C8B-B14F-4D97-AF65-F5344CB8AC3E}">
        <p14:creationId xmlns:p14="http://schemas.microsoft.com/office/powerpoint/2010/main" val="127461932"/>
      </p:ext>
    </p:extLst>
  </p:cSld>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nodeType="clickEffect">
                                  <p:stCondLst>
                                    <p:cond delay="0"/>
                                  </p:stCondLst>
                                  <p:childTnLst>
                                    <p:set>
                                      <p:cBhvr>
                                        <p:cTn id="5" dur="1" fill="hold"/>
                                        <p:tgtEl>
                                          <p:spTgt spid="6"/>
                                        </p:tgtEl>
                                        <p:attrNameLst>
                                          <p:attrName>style.visibility</p:attrName>
                                        </p:attrNameLst>
                                      </p:cBhvr>
                                      <p:to>
                                        <p:strVal val="visible"/>
                                      </p:to>
                                    </p:set>
                                    <p:animEffect transition="in" filter="fade">
                                      <p:cBhvr>
                                        <p:cTn id="6" dur="500" fill="hold"/>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Lst>
  </p:timing>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classroom-title">
            <a:extLst xmlns:a="http://schemas.openxmlformats.org/drawingml/2006/main">
              <a:ext uri="{FF2B5EF4-FFF2-40B4-BE49-F238E27FC236}">
                <a16:creationId xmlns:a16="http://schemas.microsoft.com/office/drawing/2014/main" id="{90C23611-E1E8-42CF-B44E-D9522885CAF1}"/>
              </a:ext>
            </a:extLst>
          </p:cNvPr>
          <p:cNvSpPr>
            <a:spLocks xmlns:a="http://schemas.openxmlformats.org/drawingml/2006/main" noGrp="1"/>
          </p:cNvSpPr>
          <p:nvPr/>
        </p:nvSpPr>
        <p:spPr>
          <a:xfrm xmlns:a="http://schemas.openxmlformats.org/drawingml/2006/main">
            <a:off x="476250" y="333375"/>
            <a:ext cx="8191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300" b="1">
                <a:solidFill>
                  <a:srgbClr val="AD315B"/>
                </a:solidFill>
                <a:latin typeface="DejaVu Sans"/>
                <a:ea typeface="DejaVu Sans"/>
                <a:cs typeface="DejaVu Sans"/>
              </a:defRPr>
            </a:defPPr>
            <a:lvl1pPr>
              <a:defRPr sz="3300" b="1">
                <a:solidFill>
                  <a:srgbClr val="AD315B"/>
                </a:solidFill>
                <a:latin typeface="DejaVu Sans"/>
                <a:ea typeface="DejaVu Sans"/>
                <a:cs typeface="DejaVu Sans"/>
              </a:defRPr>
            </a:lvl1pPr>
            <a:lvl2pPr>
              <a:defRPr sz="3300" b="1">
                <a:solidFill>
                  <a:srgbClr val="AD315B"/>
                </a:solidFill>
                <a:latin typeface="DejaVu Sans"/>
                <a:ea typeface="DejaVu Sans"/>
                <a:cs typeface="DejaVu Sans"/>
              </a:defRPr>
            </a:lvl2pPr>
            <a:lvl3pPr>
              <a:defRPr sz="3300" b="1">
                <a:solidFill>
                  <a:srgbClr val="AD315B"/>
                </a:solidFill>
                <a:latin typeface="DejaVu Sans"/>
                <a:ea typeface="DejaVu Sans"/>
                <a:cs typeface="DejaVu Sans"/>
              </a:defRPr>
            </a:lvl3pPr>
            <a:lvl4pPr>
              <a:defRPr sz="3300" b="1">
                <a:solidFill>
                  <a:srgbClr val="AD315B"/>
                </a:solidFill>
                <a:latin typeface="DejaVu Sans"/>
                <a:ea typeface="DejaVu Sans"/>
                <a:cs typeface="DejaVu Sans"/>
              </a:defRPr>
            </a:lvl4pPr>
            <a:lvl5pPr>
              <a:defRPr sz="3300" b="1">
                <a:solidFill>
                  <a:srgbClr val="AD315B"/>
                </a:solidFill>
                <a:latin typeface="DejaVu Sans"/>
                <a:ea typeface="DejaVu Sans"/>
                <a:cs typeface="DejaVu Sans"/>
              </a:defRPr>
            </a:lvl5pPr>
            <a:lvl6pPr>
              <a:defRPr sz="3300" b="1">
                <a:solidFill>
                  <a:srgbClr val="AD315B"/>
                </a:solidFill>
                <a:latin typeface="DejaVu Sans"/>
                <a:ea typeface="DejaVu Sans"/>
                <a:cs typeface="DejaVu Sans"/>
              </a:defRPr>
            </a:lvl6pPr>
            <a:lvl7pPr>
              <a:defRPr sz="3300" b="1">
                <a:solidFill>
                  <a:srgbClr val="AD315B"/>
                </a:solidFill>
                <a:latin typeface="DejaVu Sans"/>
                <a:ea typeface="DejaVu Sans"/>
                <a:cs typeface="DejaVu Sans"/>
              </a:defRPr>
            </a:lvl7pPr>
            <a:lvl8pPr>
              <a:defRPr sz="3300" b="1">
                <a:solidFill>
                  <a:srgbClr val="AD315B"/>
                </a:solidFill>
                <a:latin typeface="DejaVu Sans"/>
                <a:ea typeface="DejaVu Sans"/>
                <a:cs typeface="DejaVu Sans"/>
              </a:defRPr>
            </a:lvl8pPr>
            <a:lvl9pPr>
              <a:defRPr sz="3300" b="1">
                <a:solidFill>
                  <a:srgbClr val="AD315B"/>
                </a:solidFill>
                <a:latin typeface="DejaVu Sans"/>
                <a:ea typeface="DejaVu Sans"/>
                <a:cs typeface="DejaVu Sans"/>
              </a:defRPr>
            </a:lvl9pPr>
          </a:lstStyle>
          <a:p xmlns:a="http://schemas.openxmlformats.org/drawingml/2006/main">
            <a:pPr>
              <a:defRPr sz="3300" b="1">
                <a:solidFill>
                  <a:srgbClr val="AD315B"/>
                </a:solidFill>
                <a:latin typeface="DejaVu Sans"/>
                <a:ea typeface="DejaVu Sans"/>
                <a:cs typeface="DejaVu Sans"/>
              </a:defRPr>
            </a:pPr>
            <a:r>
              <a:rPr sz="3300" b="1">
                <a:solidFill>
                  <a:srgbClr val="AD315B"/>
                </a:solidFill>
                <a:latin typeface="DejaVu Sans"/>
                <a:ea typeface="DejaVu Sans"/>
                <a:cs typeface="DejaVu Sans"/>
              </a:rPr>
              <a:t>Teddy’s party is ready!</a:t>
            </a:r>
          </a:p>
        </p:txBody>
      </p:sp>
      <p:sp>
        <p:nvSpPr>
          <p:cNvPr id="2" name="classroom-body">
            <a:extLst xmlns:a="http://schemas.openxmlformats.org/drawingml/2006/main">
              <a:ext uri="{FF2B5EF4-FFF2-40B4-BE49-F238E27FC236}">
                <a16:creationId xmlns:a16="http://schemas.microsoft.com/office/drawing/2014/main" id="{016DE908-3E6E-4ADD-A2E3-6E23A7C63B05}"/>
              </a:ext>
            </a:extLst>
          </p:cNvPr>
          <p:cNvSpPr>
            <a:spLocks xmlns:a="http://schemas.openxmlformats.org/drawingml/2006/main" noGrp="1"/>
          </p:cNvSpPr>
          <p:nvPr/>
        </p:nvSpPr>
        <p:spPr>
          <a:xfrm xmlns:a="http://schemas.openxmlformats.org/drawingml/2006/main">
            <a:off x="523875" y="1428750"/>
            <a:ext cx="52387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400" b="0">
                <a:solidFill>
                  <a:srgbClr val="35334D"/>
                </a:solidFill>
                <a:latin typeface="DejaVu Sans"/>
                <a:ea typeface="DejaVu Sans"/>
                <a:cs typeface="DejaVu Sans"/>
              </a:defRPr>
            </a:defPPr>
            <a:lvl1pPr>
              <a:defRPr sz="2400" b="0">
                <a:solidFill>
                  <a:srgbClr val="35334D"/>
                </a:solidFill>
                <a:latin typeface="DejaVu Sans"/>
                <a:ea typeface="DejaVu Sans"/>
                <a:cs typeface="DejaVu Sans"/>
              </a:defRPr>
            </a:lvl1pPr>
            <a:lvl2pPr>
              <a:defRPr sz="2400" b="0">
                <a:solidFill>
                  <a:srgbClr val="35334D"/>
                </a:solidFill>
                <a:latin typeface="DejaVu Sans"/>
                <a:ea typeface="DejaVu Sans"/>
                <a:cs typeface="DejaVu Sans"/>
              </a:defRPr>
            </a:lvl2pPr>
            <a:lvl3pPr>
              <a:defRPr sz="2400" b="0">
                <a:solidFill>
                  <a:srgbClr val="35334D"/>
                </a:solidFill>
                <a:latin typeface="DejaVu Sans"/>
                <a:ea typeface="DejaVu Sans"/>
                <a:cs typeface="DejaVu Sans"/>
              </a:defRPr>
            </a:lvl3pPr>
            <a:lvl4pPr>
              <a:defRPr sz="2400" b="0">
                <a:solidFill>
                  <a:srgbClr val="35334D"/>
                </a:solidFill>
                <a:latin typeface="DejaVu Sans"/>
                <a:ea typeface="DejaVu Sans"/>
                <a:cs typeface="DejaVu Sans"/>
              </a:defRPr>
            </a:lvl4pPr>
            <a:lvl5pPr>
              <a:defRPr sz="2400" b="0">
                <a:solidFill>
                  <a:srgbClr val="35334D"/>
                </a:solidFill>
                <a:latin typeface="DejaVu Sans"/>
                <a:ea typeface="DejaVu Sans"/>
                <a:cs typeface="DejaVu Sans"/>
              </a:defRPr>
            </a:lvl5pPr>
            <a:lvl6pPr>
              <a:defRPr sz="2400" b="0">
                <a:solidFill>
                  <a:srgbClr val="35334D"/>
                </a:solidFill>
                <a:latin typeface="DejaVu Sans"/>
                <a:ea typeface="DejaVu Sans"/>
                <a:cs typeface="DejaVu Sans"/>
              </a:defRPr>
            </a:lvl6pPr>
            <a:lvl7pPr>
              <a:defRPr sz="2400" b="0">
                <a:solidFill>
                  <a:srgbClr val="35334D"/>
                </a:solidFill>
                <a:latin typeface="DejaVu Sans"/>
                <a:ea typeface="DejaVu Sans"/>
                <a:cs typeface="DejaVu Sans"/>
              </a:defRPr>
            </a:lvl7pPr>
            <a:lvl8pPr>
              <a:defRPr sz="2400" b="0">
                <a:solidFill>
                  <a:srgbClr val="35334D"/>
                </a:solidFill>
                <a:latin typeface="DejaVu Sans"/>
                <a:ea typeface="DejaVu Sans"/>
                <a:cs typeface="DejaVu Sans"/>
              </a:defRPr>
            </a:lvl8pPr>
            <a:lvl9pPr>
              <a:defRPr sz="2400" b="0">
                <a:solidFill>
                  <a:srgbClr val="35334D"/>
                </a:solidFill>
                <a:latin typeface="DejaVu Sans"/>
                <a:ea typeface="DejaVu Sans"/>
                <a:cs typeface="DejaVu Sans"/>
              </a:defRPr>
            </a:lvl9pPr>
          </a:lstStyle>
          <a:p xmlns:a="http://schemas.openxmlformats.org/drawingml/2006/main">
            <a:pPr>
              <a:defRPr sz="2400" b="0">
                <a:solidFill>
                  <a:srgbClr val="35334D"/>
                </a:solidFill>
                <a:latin typeface="DejaVu Sans"/>
                <a:ea typeface="DejaVu Sans"/>
                <a:cs typeface="DejaVu Sans"/>
              </a:defRPr>
            </a:pPr>
            <a:r>
              <a:rPr sz="2400" b="0">
                <a:solidFill>
                  <a:srgbClr val="35334D"/>
                </a:solidFill>
                <a:latin typeface="DejaVu Sans"/>
                <a:ea typeface="DejaVu Sans"/>
                <a:cs typeface="DejaVu Sans"/>
              </a:rPr>
              <a:t>One more: count forwards 1.</a:t>
            </a:r>
          </a:p>
          <a:p xmlns:a="http://schemas.openxmlformats.org/drawingml/2006/main">
            <a:pPr>
              <a:defRPr sz="2400" b="0">
                <a:solidFill>
                  <a:srgbClr val="35334D"/>
                </a:solidFill>
                <a:latin typeface="DejaVu Sans"/>
                <a:ea typeface="DejaVu Sans"/>
                <a:cs typeface="DejaVu Sans"/>
              </a:defRPr>
            </a:pPr>
            <a:r>
              <a:rPr sz="2400" b="0">
                <a:solidFill>
                  <a:srgbClr val="35334D"/>
                </a:solidFill>
                <a:latin typeface="DejaVu Sans"/>
                <a:ea typeface="DejaVu Sans"/>
                <a:cs typeface="DejaVu Sans"/>
              </a:rPr>
              <a:t>One less: count backwards 1.</a:t>
            </a:r>
          </a:p>
          <a:p xmlns:a="http://schemas.openxmlformats.org/drawingml/2006/main">
            <a:r>
              <a:t/>
            </a:r>
          </a:p>
          <a:p xmlns:a="http://schemas.openxmlformats.org/drawingml/2006/main">
            <a:pPr>
              <a:defRPr sz="2400" b="0">
                <a:solidFill>
                  <a:srgbClr val="35334D"/>
                </a:solidFill>
                <a:latin typeface="DejaVu Sans"/>
                <a:ea typeface="DejaVu Sans"/>
                <a:cs typeface="DejaVu Sans"/>
              </a:defRPr>
            </a:pPr>
            <a:r>
              <a:rPr sz="2400" b="0">
                <a:solidFill>
                  <a:srgbClr val="35334D"/>
                </a:solidFill>
                <a:latin typeface="DejaVu Sans"/>
                <a:ea typeface="DejaVu Sans"/>
                <a:cs typeface="DejaVu Sans"/>
              </a:rPr>
              <a:t>One more than 19 is ___</a:t>
            </a:r>
          </a:p>
          <a:p xmlns:a="http://schemas.openxmlformats.org/drawingml/2006/main">
            <a:pPr>
              <a:defRPr sz="2400" b="0">
                <a:solidFill>
                  <a:srgbClr val="35334D"/>
                </a:solidFill>
                <a:latin typeface="DejaVu Sans"/>
                <a:ea typeface="DejaVu Sans"/>
                <a:cs typeface="DejaVu Sans"/>
              </a:defRPr>
            </a:pPr>
            <a:r>
              <a:rPr sz="2400" b="0">
                <a:solidFill>
                  <a:srgbClr val="35334D"/>
                </a:solidFill>
                <a:latin typeface="DejaVu Sans"/>
                <a:ea typeface="DejaVu Sans"/>
                <a:cs typeface="DejaVu Sans"/>
              </a:rPr>
              <a:t>One less than 20 is ___</a:t>
            </a:r>
          </a:p>
        </p:txBody>
      </p:sp>
      <p:pic>
        <p:nvPicPr>
          <p:cNvPr id="3" name="">
            <a:extLst xmlns:a="http://schemas.openxmlformats.org/drawingml/2006/main">
              <a:ext uri="{FF2B5EF4-FFF2-40B4-BE49-F238E27FC236}">
                <a16:creationId xmlns:a16="http://schemas.microsoft.com/office/drawing/2014/main" id="{0B9831B7-E88D-45C6-AAE7-7E3ABF2345DD}"/>
              </a:ext>
            </a:extLst>
          </p:cNvPr>
          <p:cNvPicPr>
            <a:picLocks xmlns:a="http://schemas.openxmlformats.org/drawingml/2006/main" noChangeAspect="1"/>
          </p:cNvPicPr>
          <p:nvPr/>
        </p:nvPicPr>
        <p:blipFill>
          <a:blip xmlns:r="http://schemas.openxmlformats.org/officeDocument/2006/relationships" xmlns:a="http://schemas.openxmlformats.org/drawingml/2006/main" r:embed="R749935da1dbc4575"/>
          <a:stretch xmlns:a="http://schemas.openxmlformats.org/drawingml/2006/main"/>
        </p:blipFill>
        <p:spPr>
          <a:xfrm xmlns:a="http://schemas.openxmlformats.org/drawingml/2006/main">
            <a:off x="5905500" y="1476375"/>
            <a:ext cx="2762250" cy="2762250"/>
          </a:xfrm>
          <a:prstGeom xmlns:a="http://schemas.openxmlformats.org/drawingml/2006/main" prst="rect">
            <a:avLst/>
          </a:prstGeom>
        </p:spPr>
      </p:pic>
      <p:sp>
        <p:nvSpPr>
          <p:cNvPr id="4" name="classroom-answer">
            <a:extLst xmlns:a="http://schemas.openxmlformats.org/drawingml/2006/main">
              <a:ext uri="{FF2B5EF4-FFF2-40B4-BE49-F238E27FC236}">
                <a16:creationId xmlns:a16="http://schemas.microsoft.com/office/drawing/2014/main" id="{D5EA38E7-94A6-40C7-B50B-0CA00CAAD8B1}"/>
              </a:ext>
            </a:extLst>
          </p:cNvPr>
          <p:cNvSpPr>
            <a:spLocks xmlns:a="http://schemas.openxmlformats.org/drawingml/2006/main" noGrp="1"/>
          </p:cNvSpPr>
          <p:nvPr/>
        </p:nvSpPr>
        <p:spPr>
          <a:xfrm xmlns:a="http://schemas.openxmlformats.org/drawingml/2006/main">
            <a:off x="571500" y="4524375"/>
            <a:ext cx="809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400" b="1">
                <a:solidFill>
                  <a:srgbClr val="176A70"/>
                </a:solidFill>
                <a:latin typeface="DejaVu Sans"/>
                <a:ea typeface="DejaVu Sans"/>
                <a:cs typeface="DejaVu Sans"/>
              </a:defRPr>
            </a:defPPr>
            <a:lvl1pPr>
              <a:defRPr sz="2400" b="1">
                <a:solidFill>
                  <a:srgbClr val="176A70"/>
                </a:solidFill>
                <a:latin typeface="DejaVu Sans"/>
                <a:ea typeface="DejaVu Sans"/>
                <a:cs typeface="DejaVu Sans"/>
              </a:defRPr>
            </a:lvl1pPr>
            <a:lvl2pPr>
              <a:defRPr sz="2400" b="1">
                <a:solidFill>
                  <a:srgbClr val="176A70"/>
                </a:solidFill>
                <a:latin typeface="DejaVu Sans"/>
                <a:ea typeface="DejaVu Sans"/>
                <a:cs typeface="DejaVu Sans"/>
              </a:defRPr>
            </a:lvl2pPr>
            <a:lvl3pPr>
              <a:defRPr sz="2400" b="1">
                <a:solidFill>
                  <a:srgbClr val="176A70"/>
                </a:solidFill>
                <a:latin typeface="DejaVu Sans"/>
                <a:ea typeface="DejaVu Sans"/>
                <a:cs typeface="DejaVu Sans"/>
              </a:defRPr>
            </a:lvl3pPr>
            <a:lvl4pPr>
              <a:defRPr sz="2400" b="1">
                <a:solidFill>
                  <a:srgbClr val="176A70"/>
                </a:solidFill>
                <a:latin typeface="DejaVu Sans"/>
                <a:ea typeface="DejaVu Sans"/>
                <a:cs typeface="DejaVu Sans"/>
              </a:defRPr>
            </a:lvl4pPr>
            <a:lvl5pPr>
              <a:defRPr sz="2400" b="1">
                <a:solidFill>
                  <a:srgbClr val="176A70"/>
                </a:solidFill>
                <a:latin typeface="DejaVu Sans"/>
                <a:ea typeface="DejaVu Sans"/>
                <a:cs typeface="DejaVu Sans"/>
              </a:defRPr>
            </a:lvl5pPr>
            <a:lvl6pPr>
              <a:defRPr sz="2400" b="1">
                <a:solidFill>
                  <a:srgbClr val="176A70"/>
                </a:solidFill>
                <a:latin typeface="DejaVu Sans"/>
                <a:ea typeface="DejaVu Sans"/>
                <a:cs typeface="DejaVu Sans"/>
              </a:defRPr>
            </a:lvl6pPr>
            <a:lvl7pPr>
              <a:defRPr sz="2400" b="1">
                <a:solidFill>
                  <a:srgbClr val="176A70"/>
                </a:solidFill>
                <a:latin typeface="DejaVu Sans"/>
                <a:ea typeface="DejaVu Sans"/>
                <a:cs typeface="DejaVu Sans"/>
              </a:defRPr>
            </a:lvl7pPr>
            <a:lvl8pPr>
              <a:defRPr sz="2400" b="1">
                <a:solidFill>
                  <a:srgbClr val="176A70"/>
                </a:solidFill>
                <a:latin typeface="DejaVu Sans"/>
                <a:ea typeface="DejaVu Sans"/>
                <a:cs typeface="DejaVu Sans"/>
              </a:defRPr>
            </a:lvl8pPr>
            <a:lvl9pPr>
              <a:defRPr sz="2400" b="1">
                <a:solidFill>
                  <a:srgbClr val="176A70"/>
                </a:solidFill>
                <a:latin typeface="DejaVu Sans"/>
                <a:ea typeface="DejaVu Sans"/>
                <a:cs typeface="DejaVu Sans"/>
              </a:defRPr>
            </a:lvl9pPr>
          </a:lstStyle>
          <a:p xmlns:a="http://schemas.openxmlformats.org/drawingml/2006/main">
            <a:pPr>
              <a:defRPr sz="2400" b="1">
                <a:solidFill>
                  <a:srgbClr val="176A70"/>
                </a:solidFill>
                <a:latin typeface="DejaVu Sans"/>
                <a:ea typeface="DejaVu Sans"/>
                <a:cs typeface="DejaVu Sans"/>
              </a:defRPr>
            </a:pPr>
            <a:r>
              <a:rPr sz="2400" b="1">
                <a:solidFill>
                  <a:srgbClr val="176A70"/>
                </a:solidFill>
                <a:latin typeface="DejaVu Sans"/>
                <a:ea typeface="DejaVu Sans"/>
                <a:cs typeface="DejaVu Sans"/>
              </a:rPr>
              <a:t>20 and 19. Happy birthday, Teddy!</a:t>
            </a:r>
          </a:p>
        </p:txBody>
      </p:sp>
      <p:sp>
        <p:nvSpPr>
          <p:cNvPr id="5" name="classroom-page">
            <a:extLst xmlns:a="http://schemas.openxmlformats.org/drawingml/2006/main">
              <a:ext uri="{FF2B5EF4-FFF2-40B4-BE49-F238E27FC236}">
                <a16:creationId xmlns:a16="http://schemas.microsoft.com/office/drawing/2014/main" id="{BED10143-7419-4E16-AC41-385B91E4916F}"/>
              </a:ext>
            </a:extLst>
          </p:cNvPr>
          <p:cNvSpPr>
            <a:spLocks xmlns:a="http://schemas.openxmlformats.org/drawingml/2006/main" noGrp="1"/>
          </p:cNvSpPr>
          <p:nvPr/>
        </p:nvSpPr>
        <p:spPr>
          <a:xfrm xmlns:a="http://schemas.openxmlformats.org/drawingml/2006/main">
            <a:off x="8429625" y="48768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75" b="0">
                <a:solidFill>
                  <a:srgbClr val="35334D"/>
                </a:solidFill>
                <a:latin typeface="DejaVu Sans"/>
                <a:ea typeface="DejaVu Sans"/>
                <a:cs typeface="DejaVu Sans"/>
              </a:defRPr>
            </a:defPPr>
            <a:lvl1pPr>
              <a:defRPr sz="975" b="0">
                <a:solidFill>
                  <a:srgbClr val="35334D"/>
                </a:solidFill>
                <a:latin typeface="DejaVu Sans"/>
                <a:ea typeface="DejaVu Sans"/>
                <a:cs typeface="DejaVu Sans"/>
              </a:defRPr>
            </a:lvl1pPr>
            <a:lvl2pPr>
              <a:defRPr sz="975" b="0">
                <a:solidFill>
                  <a:srgbClr val="35334D"/>
                </a:solidFill>
                <a:latin typeface="DejaVu Sans"/>
                <a:ea typeface="DejaVu Sans"/>
                <a:cs typeface="DejaVu Sans"/>
              </a:defRPr>
            </a:lvl2pPr>
            <a:lvl3pPr>
              <a:defRPr sz="975" b="0">
                <a:solidFill>
                  <a:srgbClr val="35334D"/>
                </a:solidFill>
                <a:latin typeface="DejaVu Sans"/>
                <a:ea typeface="DejaVu Sans"/>
                <a:cs typeface="DejaVu Sans"/>
              </a:defRPr>
            </a:lvl3pPr>
            <a:lvl4pPr>
              <a:defRPr sz="975" b="0">
                <a:solidFill>
                  <a:srgbClr val="35334D"/>
                </a:solidFill>
                <a:latin typeface="DejaVu Sans"/>
                <a:ea typeface="DejaVu Sans"/>
                <a:cs typeface="DejaVu Sans"/>
              </a:defRPr>
            </a:lvl4pPr>
            <a:lvl5pPr>
              <a:defRPr sz="975" b="0">
                <a:solidFill>
                  <a:srgbClr val="35334D"/>
                </a:solidFill>
                <a:latin typeface="DejaVu Sans"/>
                <a:ea typeface="DejaVu Sans"/>
                <a:cs typeface="DejaVu Sans"/>
              </a:defRPr>
            </a:lvl5pPr>
            <a:lvl6pPr>
              <a:defRPr sz="975" b="0">
                <a:solidFill>
                  <a:srgbClr val="35334D"/>
                </a:solidFill>
                <a:latin typeface="DejaVu Sans"/>
                <a:ea typeface="DejaVu Sans"/>
                <a:cs typeface="DejaVu Sans"/>
              </a:defRPr>
            </a:lvl6pPr>
            <a:lvl7pPr>
              <a:defRPr sz="975" b="0">
                <a:solidFill>
                  <a:srgbClr val="35334D"/>
                </a:solidFill>
                <a:latin typeface="DejaVu Sans"/>
                <a:ea typeface="DejaVu Sans"/>
                <a:cs typeface="DejaVu Sans"/>
              </a:defRPr>
            </a:lvl7pPr>
            <a:lvl8pPr>
              <a:defRPr sz="975" b="0">
                <a:solidFill>
                  <a:srgbClr val="35334D"/>
                </a:solidFill>
                <a:latin typeface="DejaVu Sans"/>
                <a:ea typeface="DejaVu Sans"/>
                <a:cs typeface="DejaVu Sans"/>
              </a:defRPr>
            </a:lvl8pPr>
            <a:lvl9pPr>
              <a:defRPr sz="975" b="0">
                <a:solidFill>
                  <a:srgbClr val="35334D"/>
                </a:solidFill>
                <a:latin typeface="DejaVu Sans"/>
                <a:ea typeface="DejaVu Sans"/>
                <a:cs typeface="DejaVu Sans"/>
              </a:defRPr>
            </a:lvl9pPr>
          </a:lstStyle>
          <a:p xmlns:a="http://schemas.openxmlformats.org/drawingml/2006/main">
            <a:pPr>
              <a:defRPr sz="975" b="0">
                <a:solidFill>
                  <a:srgbClr val="35334D"/>
                </a:solidFill>
                <a:latin typeface="DejaVu Sans"/>
                <a:ea typeface="DejaVu Sans"/>
                <a:cs typeface="DejaVu Sans"/>
              </a:defRPr>
            </a:pPr>
            <a:r>
              <a:rPr sz="975" b="0">
                <a:solidFill>
                  <a:srgbClr val="35334D"/>
                </a:solidFill>
                <a:latin typeface="DejaVu Sans"/>
                <a:ea typeface="DejaVu Sans"/>
                <a:cs typeface="DejaVu Sans"/>
              </a:rPr>
              <a:t>8 / 8</a:t>
            </a:r>
          </a:p>
        </p:txBody>
      </p:sp>
    </p:spTree>
    <p:extLst>
      <p:ext uri="{BB962C8B-B14F-4D97-AF65-F5344CB8AC3E}">
        <p14:creationId xmlns:p14="http://schemas.microsoft.com/office/powerpoint/2010/main" val="1991386903"/>
      </p:ext>
    </p:extLst>
  </p:cSld>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nodeType="clickEffect">
                                  <p:stCondLst>
                                    <p:cond delay="0"/>
                                  </p:stCondLst>
                                  <p:childTnLst>
                                    <p:set>
                                      <p:cBhvr>
                                        <p:cTn id="5" dur="1" fill="hold"/>
                                        <p:tgtEl>
                                          <p:spTgt spid="4"/>
                                        </p:tgtEl>
                                        <p:attrNameLst>
                                          <p:attrName>style.visibility</p:attrName>
                                        </p:attrNameLst>
                                      </p:cBhvr>
                                      <p:to>
                                        <p:strVal val="visible"/>
                                      </p:to>
                                    </p:set>
                                    <p:animEffect transition="in" filter="fade">
                                      <p:cBhvr>
                                        <p:cTn id="6" dur="500" fill="hold"/>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2026-10-24T21:53:33.0120000Z</dcterms:created>
  <dcterms:modified xsi:type="dcterms:W3CDTF">2026-10-24T21:53:33.0120000Z</dcterms:modified>
</coreProperties>
</file>